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C2FBC-BBA5-5B43-7BF9-EE511994E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ECB8B2-564F-2598-DC1C-AE61C4A85F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78D40-4789-F057-D7DB-D8F387CF2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9F2CB-103D-1C75-4392-AA40548C6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DC2CB-CCFA-2286-519E-ABC874EE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26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BB21C-3BCA-04F9-9030-35EC6F4D8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5DE70-9A5A-350A-658E-D5AC4DEBF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4B245-D6C0-219B-B8B0-5E225E337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8577F-24B0-C61A-004C-F1E182D23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9D406-A694-20C0-2955-AF5AB8795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25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2B045-41D3-D440-2A0D-BCF164071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50AA9-8EEC-1619-504D-60C85E24A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3D362-9C20-0672-0DBB-4E0523CB5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C9308-1124-8A53-9C70-D71AC2EF3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F77F8-FB64-7492-4655-4DD7C5283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5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34A50-0F25-CF45-2A34-40EAE3AF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7113C-4F28-D110-680B-86DB4D1AF1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2E76F-0EA0-12FE-9188-7FFEDC81E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2CB43-4CBA-1941-1623-15E2B8209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0481B-9633-EE86-FBA3-C98F08610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31F1D-7E14-7022-4BE9-684CD9BB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94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C7DBF-31A5-E1D7-86A9-121902FA5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8A5E9-AB1F-8202-9283-0EA8324FE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F3EAC-C899-899A-719F-98941D99C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BCF057-0CBC-3E8A-A4DA-4AC87B78EE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B0CC8C-83B1-FA58-A5E2-B997F46A7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257921-FE37-ADA9-BD8C-FA4D9B700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C5D727-12C2-F25F-A21F-163D68B80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8F556-9382-90A8-104F-EEB6859BD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084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5505-9C66-F9EC-C550-79B03A661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1E5D84-5282-1D0C-CA32-F78EE1A3D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C7CB9-DE7C-EBF7-D6E9-9E0A6696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2FDEC-931A-4566-1D1B-5EAC7CB66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92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68AC73-1738-365D-1AB8-870B11D18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868E55-ECA0-934E-74A6-534B0899B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99737-EE21-68B6-0F8E-4624F792C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98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A7DC4-9BC2-5E82-0136-8E736CA4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D06EF-73EA-E34F-D902-F32D5EFD8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F8F61-75CA-1EBB-F244-2E57AABD7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FC97F-E766-B5AE-6057-D961F1D74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B8203-A29E-3153-3567-6C3D5DB0A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70B545-D444-2A7A-B5E4-1BB57C7B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18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F49F-4574-20B8-63EA-F8CC4EC6E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693B4-5078-6985-1404-21149E4BE5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FCBD4-930F-7DFE-18AD-56E4AAD1D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82C02-F7BB-EEFD-3F14-5982DF7BC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D3C24-4987-A66C-450B-7C674A4B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DCC63-B495-ABCF-A5DC-543DF686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56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B45B6-07D6-C2B7-6637-25E102262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65FE36-AD7B-7A95-A88C-941DFC506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D7994-8716-3B6D-87F8-4CAA2CF7C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2750A-DD9B-8B80-DFF9-38A6DCE7B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C3858-150C-C9CA-5055-6ABE3C1A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85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8B7621-F941-D808-6B96-2840A30EEE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DA5B8-959D-9837-5B7E-E3CB4CF70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FBB1C-C958-4B2B-350F-928FCC13D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8048E-F03E-F008-47F2-1D3A509ED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8240D-EEB5-1EDF-7B0C-89F203B2E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534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8FB70A-21E4-4B4E-67DD-09A78C09E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AF277-8894-C90A-9B16-F66C531EC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4B081-690D-8927-1927-F5F18DB5F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2E476-E665-4F41-BFC1-83243DE316FF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96DD2-1367-5BA4-44E1-7268137FC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03F26-50D7-363A-8306-4994CE223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52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90D962-0E78-6224-9710-22E357E94058}"/>
              </a:ext>
            </a:extLst>
          </p:cNvPr>
          <p:cNvSpPr/>
          <p:nvPr/>
        </p:nvSpPr>
        <p:spPr>
          <a:xfrm>
            <a:off x="2711056" y="2836305"/>
            <a:ext cx="1362635" cy="1039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8.5 GHz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404A2-0F6B-1A45-A01E-265C147A0D38}"/>
              </a:ext>
            </a:extLst>
          </p:cNvPr>
          <p:cNvSpPr/>
          <p:nvPr/>
        </p:nvSpPr>
        <p:spPr>
          <a:xfrm>
            <a:off x="8170562" y="2836305"/>
            <a:ext cx="1362635" cy="1039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11.5 GHz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DB5989-4822-0E11-4929-A4B234BFB41E}"/>
              </a:ext>
            </a:extLst>
          </p:cNvPr>
          <p:cNvSpPr/>
          <p:nvPr/>
        </p:nvSpPr>
        <p:spPr>
          <a:xfrm>
            <a:off x="6350726" y="2836305"/>
            <a:ext cx="1362635" cy="1039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10.5 GHz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164280-3D87-31AB-CF26-65D68F2838E1}"/>
              </a:ext>
            </a:extLst>
          </p:cNvPr>
          <p:cNvSpPr/>
          <p:nvPr/>
        </p:nvSpPr>
        <p:spPr>
          <a:xfrm>
            <a:off x="4530891" y="2836305"/>
            <a:ext cx="1362635" cy="1039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9.5 GHz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1E3B28-8A9F-13AB-5A67-8A693E554801}"/>
              </a:ext>
            </a:extLst>
          </p:cNvPr>
          <p:cNvSpPr/>
          <p:nvPr/>
        </p:nvSpPr>
        <p:spPr>
          <a:xfrm>
            <a:off x="4073691" y="2836305"/>
            <a:ext cx="457200" cy="1039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9 GHz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1BD6A3-3193-13FF-2899-DD9B19B70946}"/>
              </a:ext>
            </a:extLst>
          </p:cNvPr>
          <p:cNvSpPr/>
          <p:nvPr/>
        </p:nvSpPr>
        <p:spPr>
          <a:xfrm>
            <a:off x="5893525" y="2836305"/>
            <a:ext cx="457201" cy="1039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10 GHz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652129-C1A1-D8F4-4647-413A25B4EAFE}"/>
              </a:ext>
            </a:extLst>
          </p:cNvPr>
          <p:cNvSpPr/>
          <p:nvPr/>
        </p:nvSpPr>
        <p:spPr>
          <a:xfrm>
            <a:off x="7713362" y="2836305"/>
            <a:ext cx="457200" cy="1039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11 GHz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190873-D199-0C9F-1937-CE6E80C7F62C}"/>
              </a:ext>
            </a:extLst>
          </p:cNvPr>
          <p:cNvSpPr/>
          <p:nvPr/>
        </p:nvSpPr>
        <p:spPr>
          <a:xfrm>
            <a:off x="9533197" y="2836305"/>
            <a:ext cx="440296" cy="1039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12 GHz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F3629D-F938-DD29-0BA2-13D65AA39243}"/>
              </a:ext>
            </a:extLst>
          </p:cNvPr>
          <p:cNvSpPr/>
          <p:nvPr/>
        </p:nvSpPr>
        <p:spPr>
          <a:xfrm>
            <a:off x="2198915" y="2836306"/>
            <a:ext cx="512140" cy="1039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8 GHz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E31B5D-855F-7D10-42F0-1B8B0103C87B}"/>
              </a:ext>
            </a:extLst>
          </p:cNvPr>
          <p:cNvSpPr txBox="1"/>
          <p:nvPr/>
        </p:nvSpPr>
        <p:spPr>
          <a:xfrm>
            <a:off x="3489959" y="751114"/>
            <a:ext cx="5212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number of bins(4) is set from the Super User inputs</a:t>
            </a:r>
          </a:p>
          <a:p>
            <a:r>
              <a:rPr lang="en-US" dirty="0"/>
              <a:t>The number of edges is 5</a:t>
            </a:r>
          </a:p>
        </p:txBody>
      </p:sp>
    </p:spTree>
    <p:extLst>
      <p:ext uri="{BB962C8B-B14F-4D97-AF65-F5344CB8AC3E}">
        <p14:creationId xmlns:p14="http://schemas.microsoft.com/office/powerpoint/2010/main" val="1791424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085070-88AE-6A4A-85B4-0B45E9352E82}"/>
              </a:ext>
            </a:extLst>
          </p:cNvPr>
          <p:cNvSpPr/>
          <p:nvPr/>
        </p:nvSpPr>
        <p:spPr>
          <a:xfrm>
            <a:off x="2684930" y="4096871"/>
            <a:ext cx="1362635" cy="1039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8.5 GHz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02EC8E-EE53-C1AB-E975-D7266A5ADE51}"/>
              </a:ext>
            </a:extLst>
          </p:cNvPr>
          <p:cNvSpPr/>
          <p:nvPr/>
        </p:nvSpPr>
        <p:spPr>
          <a:xfrm>
            <a:off x="8144436" y="4096871"/>
            <a:ext cx="1362635" cy="1039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11.5 GHz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424041-FF16-B2D1-7434-E744FC3925D8}"/>
              </a:ext>
            </a:extLst>
          </p:cNvPr>
          <p:cNvSpPr/>
          <p:nvPr/>
        </p:nvSpPr>
        <p:spPr>
          <a:xfrm>
            <a:off x="6324600" y="4096871"/>
            <a:ext cx="1362635" cy="1039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10.5 GHz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39FFA1-DD7B-C1B4-974F-B4217E6D8EB8}"/>
              </a:ext>
            </a:extLst>
          </p:cNvPr>
          <p:cNvSpPr/>
          <p:nvPr/>
        </p:nvSpPr>
        <p:spPr>
          <a:xfrm>
            <a:off x="4504765" y="4096871"/>
            <a:ext cx="1362635" cy="1039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9.5 GHz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328DC7-FB26-E4A9-7327-A653C40453A9}"/>
              </a:ext>
            </a:extLst>
          </p:cNvPr>
          <p:cNvSpPr/>
          <p:nvPr/>
        </p:nvSpPr>
        <p:spPr>
          <a:xfrm>
            <a:off x="4047565" y="4096871"/>
            <a:ext cx="457200" cy="1039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9 GHz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5F1D82-E556-D40D-98E2-600E6447DD5B}"/>
              </a:ext>
            </a:extLst>
          </p:cNvPr>
          <p:cNvSpPr/>
          <p:nvPr/>
        </p:nvSpPr>
        <p:spPr>
          <a:xfrm>
            <a:off x="5867399" y="4096871"/>
            <a:ext cx="457201" cy="1039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10 GHz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0B2279-8283-4E50-2246-089F2BAF4DBA}"/>
              </a:ext>
            </a:extLst>
          </p:cNvPr>
          <p:cNvSpPr/>
          <p:nvPr/>
        </p:nvSpPr>
        <p:spPr>
          <a:xfrm>
            <a:off x="7687236" y="4096871"/>
            <a:ext cx="457200" cy="1039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11 GHz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380FBC-CAEB-F3BC-F3F2-FEF9C344AFFE}"/>
              </a:ext>
            </a:extLst>
          </p:cNvPr>
          <p:cNvSpPr/>
          <p:nvPr/>
        </p:nvSpPr>
        <p:spPr>
          <a:xfrm>
            <a:off x="9507071" y="4096871"/>
            <a:ext cx="440296" cy="1039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12 GHz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673057-1616-741D-B195-88AD70CD1EAF}"/>
              </a:ext>
            </a:extLst>
          </p:cNvPr>
          <p:cNvSpPr/>
          <p:nvPr/>
        </p:nvSpPr>
        <p:spPr>
          <a:xfrm>
            <a:off x="3289408" y="1397725"/>
            <a:ext cx="1188720" cy="9209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 GHz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B42D5F-0A7B-FC0C-2615-9828AF510669}"/>
              </a:ext>
            </a:extLst>
          </p:cNvPr>
          <p:cNvSpPr/>
          <p:nvPr/>
        </p:nvSpPr>
        <p:spPr>
          <a:xfrm>
            <a:off x="4511511" y="1397725"/>
            <a:ext cx="1188720" cy="9209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 GHz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E5AD69-F70C-DA33-E189-01DA525BF39D}"/>
              </a:ext>
            </a:extLst>
          </p:cNvPr>
          <p:cNvSpPr/>
          <p:nvPr/>
        </p:nvSpPr>
        <p:spPr>
          <a:xfrm>
            <a:off x="6955716" y="1397725"/>
            <a:ext cx="1188720" cy="9209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11.9 GHz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A02E99-5FC5-9871-D380-80D532FE0C13}"/>
              </a:ext>
            </a:extLst>
          </p:cNvPr>
          <p:cNvSpPr/>
          <p:nvPr/>
        </p:nvSpPr>
        <p:spPr>
          <a:xfrm>
            <a:off x="5733614" y="1397725"/>
            <a:ext cx="1188720" cy="9209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9.2 GHz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126ED4-2AD1-0CD8-C096-29A0693C463D}"/>
              </a:ext>
            </a:extLst>
          </p:cNvPr>
          <p:cNvSpPr/>
          <p:nvPr/>
        </p:nvSpPr>
        <p:spPr>
          <a:xfrm>
            <a:off x="2172789" y="4096872"/>
            <a:ext cx="512140" cy="1039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8 GHz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6A50120-EFDE-D5E1-3431-CF79C0E74C96}"/>
              </a:ext>
            </a:extLst>
          </p:cNvPr>
          <p:cNvCxnSpPr>
            <a:stCxn id="13" idx="2"/>
            <a:endCxn id="7" idx="0"/>
          </p:cNvCxnSpPr>
          <p:nvPr/>
        </p:nvCxnSpPr>
        <p:spPr>
          <a:xfrm>
            <a:off x="5105871" y="2318656"/>
            <a:ext cx="80212" cy="1778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5A34C77-FA48-D905-08CF-E1EBB2B57DBE}"/>
              </a:ext>
            </a:extLst>
          </p:cNvPr>
          <p:cNvCxnSpPr>
            <a:stCxn id="15" idx="2"/>
            <a:endCxn id="7" idx="0"/>
          </p:cNvCxnSpPr>
          <p:nvPr/>
        </p:nvCxnSpPr>
        <p:spPr>
          <a:xfrm flipH="1">
            <a:off x="5186083" y="2318656"/>
            <a:ext cx="1141891" cy="1778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001A831-97C5-4739-B45C-F66BD1C0B098}"/>
              </a:ext>
            </a:extLst>
          </p:cNvPr>
          <p:cNvCxnSpPr>
            <a:stCxn id="14" idx="2"/>
            <a:endCxn id="5" idx="0"/>
          </p:cNvCxnSpPr>
          <p:nvPr/>
        </p:nvCxnSpPr>
        <p:spPr>
          <a:xfrm>
            <a:off x="7550076" y="2318656"/>
            <a:ext cx="1275678" cy="1778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&quot;Not Allowed&quot; Symbol 21">
            <a:extLst>
              <a:ext uri="{FF2B5EF4-FFF2-40B4-BE49-F238E27FC236}">
                <a16:creationId xmlns:a16="http://schemas.microsoft.com/office/drawing/2014/main" id="{8C0D0F74-3AD7-9E29-DEC8-6F8F6C136AC8}"/>
              </a:ext>
            </a:extLst>
          </p:cNvPr>
          <p:cNvSpPr/>
          <p:nvPr/>
        </p:nvSpPr>
        <p:spPr>
          <a:xfrm>
            <a:off x="3279289" y="1286691"/>
            <a:ext cx="1232222" cy="1234440"/>
          </a:xfrm>
          <a:prstGeom prst="noSmoking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979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EF913E98EEA04B844F06B34CE4E1B0" ma:contentTypeVersion="14" ma:contentTypeDescription="Create a new document." ma:contentTypeScope="" ma:versionID="dd67386636d6b7f51aafdb4a82fec1fb">
  <xsd:schema xmlns:xsd="http://www.w3.org/2001/XMLSchema" xmlns:xs="http://www.w3.org/2001/XMLSchema" xmlns:p="http://schemas.microsoft.com/office/2006/metadata/properties" xmlns:ns1="http://schemas.microsoft.com/sharepoint/v3" xmlns:ns2="6f7e6f2d-fb72-4320-b062-8eff4550664a" xmlns:ns3="76e62d15-af47-45fd-a7ff-c37c57f51f85" targetNamespace="http://schemas.microsoft.com/office/2006/metadata/properties" ma:root="true" ma:fieldsID="4afdcc27c1b24be09435685ea82d0c5c" ns1:_="" ns2:_="" ns3:_="">
    <xsd:import namespace="http://schemas.microsoft.com/sharepoint/v3"/>
    <xsd:import namespace="6f7e6f2d-fb72-4320-b062-8eff4550664a"/>
    <xsd:import namespace="76e62d15-af47-45fd-a7ff-c37c57f51f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7e6f2d-fb72-4320-b062-8eff455066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e62d15-af47-45fd-a7ff-c37c57f51f85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1f27f100-8656-4e0c-9c0a-007685460b59}" ma:internalName="TaxCatchAll" ma:showField="CatchAllData" ma:web="76e62d15-af47-45fd-a7ff-c37c57f51f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f7e6f2d-fb72-4320-b062-8eff4550664a">
      <Terms xmlns="http://schemas.microsoft.com/office/infopath/2007/PartnerControls"/>
    </lcf76f155ced4ddcb4097134ff3c332f>
    <TaxCatchAll xmlns="76e62d15-af47-45fd-a7ff-c37c57f51f85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480A2B24-D526-46B5-AB67-08A1E72E1D90}"/>
</file>

<file path=customXml/itemProps2.xml><?xml version="1.0" encoding="utf-8"?>
<ds:datastoreItem xmlns:ds="http://schemas.openxmlformats.org/officeDocument/2006/customXml" ds:itemID="{EDCE1F9A-976B-42C1-8C56-ED4799BC3526}"/>
</file>

<file path=customXml/itemProps3.xml><?xml version="1.0" encoding="utf-8"?>
<ds:datastoreItem xmlns:ds="http://schemas.openxmlformats.org/officeDocument/2006/customXml" ds:itemID="{1693DE46-FAA2-4C83-B4EF-F70FA5139910}"/>
</file>

<file path=docMetadata/LabelInfo.xml><?xml version="1.0" encoding="utf-8"?>
<clbl:labelList xmlns:clbl="http://schemas.microsoft.com/office/2020/mipLabelMetadata">
  <clbl:label id="{3de9faa6-9fe1-49b3-9a08-227a296b54a6}" enabled="1" method="Privileged" siteId="{d5fe813e-0caa-432a-b2ac-d555aa91bd1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64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Booz Allen Hamilton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 Rivero Aguilar, Luis [USA]</dc:creator>
  <cp:lastModifiedBy>Del Rivero Aguilar, Luis [USA]</cp:lastModifiedBy>
  <cp:revision>6</cp:revision>
  <dcterms:created xsi:type="dcterms:W3CDTF">2024-08-29T14:34:35Z</dcterms:created>
  <dcterms:modified xsi:type="dcterms:W3CDTF">2024-08-30T18:55:52Z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0x01010053EF913E98EEA04B844F06B34CE4E1B0</vt:lpwstr>
  </property>
</Properties>
</file>