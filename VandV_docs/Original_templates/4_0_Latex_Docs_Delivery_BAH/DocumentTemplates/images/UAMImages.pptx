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8" r:id="rId5"/>
    <p:sldId id="257" r:id="rId6"/>
    <p:sldId id="259" r:id="rId7"/>
    <p:sldId id="262" r:id="rId8"/>
    <p:sldId id="263" r:id="rId9"/>
    <p:sldId id="260" r:id="rId10"/>
    <p:sldId id="261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7C80723-203A-40FD-AA6E-9B5843DC0056}" v="23" dt="2024-09-05T16:08:05.275"/>
    <p1510:client id="{0A0D7B34-1331-4DDB-A4E0-F1FE27D21DEB}" v="48" dt="2024-09-05T03:34:43.76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893" y="4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eene, April (MBO)" userId="18778f18-ccce-4d8e-844d-56edf3787b04" providerId="ADAL" clId="{07C80723-203A-40FD-AA6E-9B5843DC0056}"/>
    <pc:docChg chg="custSel addSld modSld">
      <pc:chgData name="Keene, April (MBO)" userId="18778f18-ccce-4d8e-844d-56edf3787b04" providerId="ADAL" clId="{07C80723-203A-40FD-AA6E-9B5843DC0056}" dt="2024-09-05T16:08:13.003" v="237" actId="403"/>
      <pc:docMkLst>
        <pc:docMk/>
      </pc:docMkLst>
      <pc:sldChg chg="addSp delSp modSp new mod modClrScheme chgLayout">
        <pc:chgData name="Keene, April (MBO)" userId="18778f18-ccce-4d8e-844d-56edf3787b04" providerId="ADAL" clId="{07C80723-203A-40FD-AA6E-9B5843DC0056}" dt="2024-09-05T13:40:28.186" v="219" actId="1076"/>
        <pc:sldMkLst>
          <pc:docMk/>
          <pc:sldMk cId="2925941039" sldId="262"/>
        </pc:sldMkLst>
        <pc:spChg chg="del">
          <ac:chgData name="Keene, April (MBO)" userId="18778f18-ccce-4d8e-844d-56edf3787b04" providerId="ADAL" clId="{07C80723-203A-40FD-AA6E-9B5843DC0056}" dt="2024-09-05T13:34:47.467" v="1" actId="700"/>
          <ac:spMkLst>
            <pc:docMk/>
            <pc:sldMk cId="2925941039" sldId="262"/>
            <ac:spMk id="2" creationId="{724F8710-D56F-7D82-D887-8A045ACEBF9F}"/>
          </ac:spMkLst>
        </pc:spChg>
        <pc:spChg chg="del">
          <ac:chgData name="Keene, April (MBO)" userId="18778f18-ccce-4d8e-844d-56edf3787b04" providerId="ADAL" clId="{07C80723-203A-40FD-AA6E-9B5843DC0056}" dt="2024-09-05T13:34:47.467" v="1" actId="700"/>
          <ac:spMkLst>
            <pc:docMk/>
            <pc:sldMk cId="2925941039" sldId="262"/>
            <ac:spMk id="3" creationId="{1FF47112-BFB6-8242-096F-7580E78A1E7A}"/>
          </ac:spMkLst>
        </pc:spChg>
        <pc:spChg chg="add mod">
          <ac:chgData name="Keene, April (MBO)" userId="18778f18-ccce-4d8e-844d-56edf3787b04" providerId="ADAL" clId="{07C80723-203A-40FD-AA6E-9B5843DC0056}" dt="2024-09-05T13:36:06.710" v="56" actId="1076"/>
          <ac:spMkLst>
            <pc:docMk/>
            <pc:sldMk cId="2925941039" sldId="262"/>
            <ac:spMk id="7" creationId="{3687DF7A-071F-A54E-E68E-DAB43BD02D32}"/>
          </ac:spMkLst>
        </pc:spChg>
        <pc:spChg chg="add mod">
          <ac:chgData name="Keene, April (MBO)" userId="18778f18-ccce-4d8e-844d-56edf3787b04" providerId="ADAL" clId="{07C80723-203A-40FD-AA6E-9B5843DC0056}" dt="2024-09-05T13:36:04.702" v="55" actId="1076"/>
          <ac:spMkLst>
            <pc:docMk/>
            <pc:sldMk cId="2925941039" sldId="262"/>
            <ac:spMk id="12" creationId="{7C03C932-B683-A016-9AFF-1C92A8DA4020}"/>
          </ac:spMkLst>
        </pc:spChg>
        <pc:spChg chg="add mod">
          <ac:chgData name="Keene, April (MBO)" userId="18778f18-ccce-4d8e-844d-56edf3787b04" providerId="ADAL" clId="{07C80723-203A-40FD-AA6E-9B5843DC0056}" dt="2024-09-05T13:36:11.832" v="57"/>
          <ac:spMkLst>
            <pc:docMk/>
            <pc:sldMk cId="2925941039" sldId="262"/>
            <ac:spMk id="14" creationId="{800CD6C7-BA12-9D05-3786-822671EBDD66}"/>
          </ac:spMkLst>
        </pc:spChg>
        <pc:spChg chg="add mod">
          <ac:chgData name="Keene, April (MBO)" userId="18778f18-ccce-4d8e-844d-56edf3787b04" providerId="ADAL" clId="{07C80723-203A-40FD-AA6E-9B5843DC0056}" dt="2024-09-05T13:36:11.832" v="57"/>
          <ac:spMkLst>
            <pc:docMk/>
            <pc:sldMk cId="2925941039" sldId="262"/>
            <ac:spMk id="16" creationId="{231BCD0D-EF8E-7C84-4D1B-DC4E9BD0C013}"/>
          </ac:spMkLst>
        </pc:spChg>
        <pc:spChg chg="add mod">
          <ac:chgData name="Keene, April (MBO)" userId="18778f18-ccce-4d8e-844d-56edf3787b04" providerId="ADAL" clId="{07C80723-203A-40FD-AA6E-9B5843DC0056}" dt="2024-09-05T13:36:21.332" v="60" actId="1035"/>
          <ac:spMkLst>
            <pc:docMk/>
            <pc:sldMk cId="2925941039" sldId="262"/>
            <ac:spMk id="18" creationId="{748D1A2E-57E9-41F3-0011-26C208E09373}"/>
          </ac:spMkLst>
        </pc:spChg>
        <pc:spChg chg="add mod">
          <ac:chgData name="Keene, April (MBO)" userId="18778f18-ccce-4d8e-844d-56edf3787b04" providerId="ADAL" clId="{07C80723-203A-40FD-AA6E-9B5843DC0056}" dt="2024-09-05T13:36:21.332" v="60" actId="1035"/>
          <ac:spMkLst>
            <pc:docMk/>
            <pc:sldMk cId="2925941039" sldId="262"/>
            <ac:spMk id="20" creationId="{2CCA477E-CED5-7E34-E9EE-4063213D95B1}"/>
          </ac:spMkLst>
        </pc:spChg>
        <pc:spChg chg="add mod">
          <ac:chgData name="Keene, April (MBO)" userId="18778f18-ccce-4d8e-844d-56edf3787b04" providerId="ADAL" clId="{07C80723-203A-40FD-AA6E-9B5843DC0056}" dt="2024-09-05T13:36:49.429" v="88" actId="1076"/>
          <ac:spMkLst>
            <pc:docMk/>
            <pc:sldMk cId="2925941039" sldId="262"/>
            <ac:spMk id="21" creationId="{E34D46C9-FDFC-D61F-E40B-4296BE81041A}"/>
          </ac:spMkLst>
        </pc:spChg>
        <pc:spChg chg="add mod">
          <ac:chgData name="Keene, April (MBO)" userId="18778f18-ccce-4d8e-844d-56edf3787b04" providerId="ADAL" clId="{07C80723-203A-40FD-AA6E-9B5843DC0056}" dt="2024-09-05T13:36:56.002" v="99" actId="20577"/>
          <ac:spMkLst>
            <pc:docMk/>
            <pc:sldMk cId="2925941039" sldId="262"/>
            <ac:spMk id="22" creationId="{52D33E08-E53E-5B9C-A117-644CC4F7EAE5}"/>
          </ac:spMkLst>
        </pc:spChg>
        <pc:spChg chg="add mod">
          <ac:chgData name="Keene, April (MBO)" userId="18778f18-ccce-4d8e-844d-56edf3787b04" providerId="ADAL" clId="{07C80723-203A-40FD-AA6E-9B5843DC0056}" dt="2024-09-05T13:37:06.686" v="101" actId="1076"/>
          <ac:spMkLst>
            <pc:docMk/>
            <pc:sldMk cId="2925941039" sldId="262"/>
            <ac:spMk id="26" creationId="{14C971DA-6AA0-8AF7-A712-11DB69E4D901}"/>
          </ac:spMkLst>
        </pc:spChg>
        <pc:spChg chg="add mod">
          <ac:chgData name="Keene, April (MBO)" userId="18778f18-ccce-4d8e-844d-56edf3787b04" providerId="ADAL" clId="{07C80723-203A-40FD-AA6E-9B5843DC0056}" dt="2024-09-05T13:37:06.686" v="101" actId="1076"/>
          <ac:spMkLst>
            <pc:docMk/>
            <pc:sldMk cId="2925941039" sldId="262"/>
            <ac:spMk id="28" creationId="{C144CCBA-6D4A-684D-0105-92B3E186A104}"/>
          </ac:spMkLst>
        </pc:spChg>
        <pc:spChg chg="add mod">
          <ac:chgData name="Keene, April (MBO)" userId="18778f18-ccce-4d8e-844d-56edf3787b04" providerId="ADAL" clId="{07C80723-203A-40FD-AA6E-9B5843DC0056}" dt="2024-09-05T13:37:06.686" v="101" actId="1076"/>
          <ac:spMkLst>
            <pc:docMk/>
            <pc:sldMk cId="2925941039" sldId="262"/>
            <ac:spMk id="30" creationId="{D118FFD4-0126-EBB1-470E-856BF5BC8E4D}"/>
          </ac:spMkLst>
        </pc:spChg>
        <pc:spChg chg="add mod">
          <ac:chgData name="Keene, April (MBO)" userId="18778f18-ccce-4d8e-844d-56edf3787b04" providerId="ADAL" clId="{07C80723-203A-40FD-AA6E-9B5843DC0056}" dt="2024-09-05T13:37:06.686" v="101" actId="1076"/>
          <ac:spMkLst>
            <pc:docMk/>
            <pc:sldMk cId="2925941039" sldId="262"/>
            <ac:spMk id="32" creationId="{CFE12D6B-7CE3-5B6A-CCBE-FC68F5D95311}"/>
          </ac:spMkLst>
        </pc:spChg>
        <pc:spChg chg="add mod">
          <ac:chgData name="Keene, April (MBO)" userId="18778f18-ccce-4d8e-844d-56edf3787b04" providerId="ADAL" clId="{07C80723-203A-40FD-AA6E-9B5843DC0056}" dt="2024-09-05T13:37:06.686" v="101" actId="1076"/>
          <ac:spMkLst>
            <pc:docMk/>
            <pc:sldMk cId="2925941039" sldId="262"/>
            <ac:spMk id="33" creationId="{4F49A21B-0924-866A-057E-C1F5A9CA5B60}"/>
          </ac:spMkLst>
        </pc:spChg>
        <pc:spChg chg="add mod">
          <ac:chgData name="Keene, April (MBO)" userId="18778f18-ccce-4d8e-844d-56edf3787b04" providerId="ADAL" clId="{07C80723-203A-40FD-AA6E-9B5843DC0056}" dt="2024-09-05T13:39:32.782" v="206" actId="1076"/>
          <ac:spMkLst>
            <pc:docMk/>
            <pc:sldMk cId="2925941039" sldId="262"/>
            <ac:spMk id="34" creationId="{F60C789E-2F70-E41C-D226-09BCD1D9EF63}"/>
          </ac:spMkLst>
        </pc:spChg>
        <pc:spChg chg="add mod">
          <ac:chgData name="Keene, April (MBO)" userId="18778f18-ccce-4d8e-844d-56edf3787b04" providerId="ADAL" clId="{07C80723-203A-40FD-AA6E-9B5843DC0056}" dt="2024-09-05T13:37:15.132" v="103" actId="1076"/>
          <ac:spMkLst>
            <pc:docMk/>
            <pc:sldMk cId="2925941039" sldId="262"/>
            <ac:spMk id="36" creationId="{DF8CAF1D-81CF-8901-1F68-4E346BB09745}"/>
          </ac:spMkLst>
        </pc:spChg>
        <pc:spChg chg="add mod">
          <ac:chgData name="Keene, April (MBO)" userId="18778f18-ccce-4d8e-844d-56edf3787b04" providerId="ADAL" clId="{07C80723-203A-40FD-AA6E-9B5843DC0056}" dt="2024-09-05T13:37:15.132" v="103" actId="1076"/>
          <ac:spMkLst>
            <pc:docMk/>
            <pc:sldMk cId="2925941039" sldId="262"/>
            <ac:spMk id="37" creationId="{C5296B30-FA77-F19C-FAA0-C5799FC97813}"/>
          </ac:spMkLst>
        </pc:spChg>
        <pc:spChg chg="add mod">
          <ac:chgData name="Keene, April (MBO)" userId="18778f18-ccce-4d8e-844d-56edf3787b04" providerId="ADAL" clId="{07C80723-203A-40FD-AA6E-9B5843DC0056}" dt="2024-09-05T13:37:38.435" v="112" actId="1076"/>
          <ac:spMkLst>
            <pc:docMk/>
            <pc:sldMk cId="2925941039" sldId="262"/>
            <ac:spMk id="39" creationId="{89716CD4-AF75-D8A6-E81D-895A38200006}"/>
          </ac:spMkLst>
        </pc:spChg>
        <pc:spChg chg="add del mod">
          <ac:chgData name="Keene, April (MBO)" userId="18778f18-ccce-4d8e-844d-56edf3787b04" providerId="ADAL" clId="{07C80723-203A-40FD-AA6E-9B5843DC0056}" dt="2024-09-05T13:39:26.015" v="201" actId="478"/>
          <ac:spMkLst>
            <pc:docMk/>
            <pc:sldMk cId="2925941039" sldId="262"/>
            <ac:spMk id="40" creationId="{50F658A9-D0B3-91E1-1357-F66EEFF0EBA8}"/>
          </ac:spMkLst>
        </pc:spChg>
        <pc:spChg chg="add mod">
          <ac:chgData name="Keene, April (MBO)" userId="18778f18-ccce-4d8e-844d-56edf3787b04" providerId="ADAL" clId="{07C80723-203A-40FD-AA6E-9B5843DC0056}" dt="2024-09-05T13:37:42.723" v="114" actId="1076"/>
          <ac:spMkLst>
            <pc:docMk/>
            <pc:sldMk cId="2925941039" sldId="262"/>
            <ac:spMk id="42" creationId="{2ECED591-2CEC-71C5-2FD8-1796681F6448}"/>
          </ac:spMkLst>
        </pc:spChg>
        <pc:spChg chg="add del mod">
          <ac:chgData name="Keene, April (MBO)" userId="18778f18-ccce-4d8e-844d-56edf3787b04" providerId="ADAL" clId="{07C80723-203A-40FD-AA6E-9B5843DC0056}" dt="2024-09-05T13:39:27.051" v="202" actId="478"/>
          <ac:spMkLst>
            <pc:docMk/>
            <pc:sldMk cId="2925941039" sldId="262"/>
            <ac:spMk id="43" creationId="{509FD3CF-342B-C4EC-9B32-AC5DCAA7748C}"/>
          </ac:spMkLst>
        </pc:spChg>
        <pc:spChg chg="add mod">
          <ac:chgData name="Keene, April (MBO)" userId="18778f18-ccce-4d8e-844d-56edf3787b04" providerId="ADAL" clId="{07C80723-203A-40FD-AA6E-9B5843DC0056}" dt="2024-09-05T13:37:52.285" v="116" actId="1076"/>
          <ac:spMkLst>
            <pc:docMk/>
            <pc:sldMk cId="2925941039" sldId="262"/>
            <ac:spMk id="45" creationId="{0C7B01E4-FAA1-A890-1F7C-3C88FFE7E317}"/>
          </ac:spMkLst>
        </pc:spChg>
        <pc:spChg chg="add del mod">
          <ac:chgData name="Keene, April (MBO)" userId="18778f18-ccce-4d8e-844d-56edf3787b04" providerId="ADAL" clId="{07C80723-203A-40FD-AA6E-9B5843DC0056}" dt="2024-09-05T13:39:28.521" v="203" actId="478"/>
          <ac:spMkLst>
            <pc:docMk/>
            <pc:sldMk cId="2925941039" sldId="262"/>
            <ac:spMk id="46" creationId="{0D46E9A0-0F7A-EECE-D243-F96FF3E1A727}"/>
          </ac:spMkLst>
        </pc:spChg>
        <pc:spChg chg="add mod">
          <ac:chgData name="Keene, April (MBO)" userId="18778f18-ccce-4d8e-844d-56edf3787b04" providerId="ADAL" clId="{07C80723-203A-40FD-AA6E-9B5843DC0056}" dt="2024-09-05T13:37:52.285" v="116" actId="1076"/>
          <ac:spMkLst>
            <pc:docMk/>
            <pc:sldMk cId="2925941039" sldId="262"/>
            <ac:spMk id="48" creationId="{214A18E0-0BA2-A0C7-EA36-A57F7B00284B}"/>
          </ac:spMkLst>
        </pc:spChg>
        <pc:spChg chg="add del mod">
          <ac:chgData name="Keene, April (MBO)" userId="18778f18-ccce-4d8e-844d-56edf3787b04" providerId="ADAL" clId="{07C80723-203A-40FD-AA6E-9B5843DC0056}" dt="2024-09-05T13:39:29.684" v="204" actId="478"/>
          <ac:spMkLst>
            <pc:docMk/>
            <pc:sldMk cId="2925941039" sldId="262"/>
            <ac:spMk id="49" creationId="{D15399A3-D625-7542-F0F7-CD5703DE884A}"/>
          </ac:spMkLst>
        </pc:spChg>
        <pc:spChg chg="add del mod">
          <ac:chgData name="Keene, April (MBO)" userId="18778f18-ccce-4d8e-844d-56edf3787b04" providerId="ADAL" clId="{07C80723-203A-40FD-AA6E-9B5843DC0056}" dt="2024-09-05T13:39:30.699" v="205" actId="478"/>
          <ac:spMkLst>
            <pc:docMk/>
            <pc:sldMk cId="2925941039" sldId="262"/>
            <ac:spMk id="51" creationId="{8AC32AE2-ECB2-123A-214F-9C79659F58E5}"/>
          </ac:spMkLst>
        </pc:spChg>
        <pc:spChg chg="add mod">
          <ac:chgData name="Keene, April (MBO)" userId="18778f18-ccce-4d8e-844d-56edf3787b04" providerId="ADAL" clId="{07C80723-203A-40FD-AA6E-9B5843DC0056}" dt="2024-09-05T13:38:48.702" v="149" actId="1076"/>
          <ac:spMkLst>
            <pc:docMk/>
            <pc:sldMk cId="2925941039" sldId="262"/>
            <ac:spMk id="52" creationId="{582CC6A9-786A-1407-7AA0-47F63B127165}"/>
          </ac:spMkLst>
        </pc:spChg>
        <pc:spChg chg="add del mod">
          <ac:chgData name="Keene, April (MBO)" userId="18778f18-ccce-4d8e-844d-56edf3787b04" providerId="ADAL" clId="{07C80723-203A-40FD-AA6E-9B5843DC0056}" dt="2024-09-05T13:39:07.450" v="152" actId="478"/>
          <ac:spMkLst>
            <pc:docMk/>
            <pc:sldMk cId="2925941039" sldId="262"/>
            <ac:spMk id="53" creationId="{08C40A68-901F-2CD2-A812-F82B9A5AC927}"/>
          </ac:spMkLst>
        </pc:spChg>
        <pc:spChg chg="add mod">
          <ac:chgData name="Keene, April (MBO)" userId="18778f18-ccce-4d8e-844d-56edf3787b04" providerId="ADAL" clId="{07C80723-203A-40FD-AA6E-9B5843DC0056}" dt="2024-09-05T13:39:35.471" v="208" actId="1076"/>
          <ac:spMkLst>
            <pc:docMk/>
            <pc:sldMk cId="2925941039" sldId="262"/>
            <ac:spMk id="54" creationId="{B19DDCE9-C6BD-659B-5671-8ECAA0AFC83F}"/>
          </ac:spMkLst>
        </pc:spChg>
        <pc:spChg chg="add mod">
          <ac:chgData name="Keene, April (MBO)" userId="18778f18-ccce-4d8e-844d-56edf3787b04" providerId="ADAL" clId="{07C80723-203A-40FD-AA6E-9B5843DC0056}" dt="2024-09-05T13:39:38.465" v="210" actId="1076"/>
          <ac:spMkLst>
            <pc:docMk/>
            <pc:sldMk cId="2925941039" sldId="262"/>
            <ac:spMk id="55" creationId="{D52EAA3B-BDED-9937-FCD5-12B565880559}"/>
          </ac:spMkLst>
        </pc:spChg>
        <pc:spChg chg="add mod">
          <ac:chgData name="Keene, April (MBO)" userId="18778f18-ccce-4d8e-844d-56edf3787b04" providerId="ADAL" clId="{07C80723-203A-40FD-AA6E-9B5843DC0056}" dt="2024-09-05T13:39:41.516" v="212" actId="1076"/>
          <ac:spMkLst>
            <pc:docMk/>
            <pc:sldMk cId="2925941039" sldId="262"/>
            <ac:spMk id="56" creationId="{F0E6C7C5-532C-39E9-62AD-E406D39F9354}"/>
          </ac:spMkLst>
        </pc:spChg>
        <pc:spChg chg="add mod">
          <ac:chgData name="Keene, April (MBO)" userId="18778f18-ccce-4d8e-844d-56edf3787b04" providerId="ADAL" clId="{07C80723-203A-40FD-AA6E-9B5843DC0056}" dt="2024-09-05T13:39:48.170" v="215" actId="1076"/>
          <ac:spMkLst>
            <pc:docMk/>
            <pc:sldMk cId="2925941039" sldId="262"/>
            <ac:spMk id="57" creationId="{FB06C74F-BE58-B4EE-7C77-205F86CE836B}"/>
          </ac:spMkLst>
        </pc:spChg>
        <pc:spChg chg="add mod">
          <ac:chgData name="Keene, April (MBO)" userId="18778f18-ccce-4d8e-844d-56edf3787b04" providerId="ADAL" clId="{07C80723-203A-40FD-AA6E-9B5843DC0056}" dt="2024-09-05T13:39:55.898" v="217" actId="1076"/>
          <ac:spMkLst>
            <pc:docMk/>
            <pc:sldMk cId="2925941039" sldId="262"/>
            <ac:spMk id="58" creationId="{166724F2-7ECD-C69B-FBCC-596F30CCCF99}"/>
          </ac:spMkLst>
        </pc:spChg>
        <pc:spChg chg="add mod">
          <ac:chgData name="Keene, April (MBO)" userId="18778f18-ccce-4d8e-844d-56edf3787b04" providerId="ADAL" clId="{07C80723-203A-40FD-AA6E-9B5843DC0056}" dt="2024-09-05T13:40:28.186" v="219" actId="1076"/>
          <ac:spMkLst>
            <pc:docMk/>
            <pc:sldMk cId="2925941039" sldId="262"/>
            <ac:spMk id="59" creationId="{3BF525D8-4B33-C0FE-4633-2244551D4781}"/>
          </ac:spMkLst>
        </pc:spChg>
        <pc:cxnChg chg="add mod">
          <ac:chgData name="Keene, April (MBO)" userId="18778f18-ccce-4d8e-844d-56edf3787b04" providerId="ADAL" clId="{07C80723-203A-40FD-AA6E-9B5843DC0056}" dt="2024-09-05T13:34:58.325" v="3" actId="1076"/>
          <ac:cxnSpMkLst>
            <pc:docMk/>
            <pc:sldMk cId="2925941039" sldId="262"/>
            <ac:cxnSpMk id="4" creationId="{4803A073-624F-8B56-7DAC-FB5C96FFFE4B}"/>
          </ac:cxnSpMkLst>
        </pc:cxnChg>
        <pc:cxnChg chg="add mod">
          <ac:chgData name="Keene, April (MBO)" userId="18778f18-ccce-4d8e-844d-56edf3787b04" providerId="ADAL" clId="{07C80723-203A-40FD-AA6E-9B5843DC0056}" dt="2024-09-05T13:34:58.325" v="3" actId="1076"/>
          <ac:cxnSpMkLst>
            <pc:docMk/>
            <pc:sldMk cId="2925941039" sldId="262"/>
            <ac:cxnSpMk id="5" creationId="{C2C3B33C-C6CB-EA93-8357-DC92E0F16BC1}"/>
          </ac:cxnSpMkLst>
        </pc:cxnChg>
        <pc:cxnChg chg="add mod">
          <ac:chgData name="Keene, April (MBO)" userId="18778f18-ccce-4d8e-844d-56edf3787b04" providerId="ADAL" clId="{07C80723-203A-40FD-AA6E-9B5843DC0056}" dt="2024-09-05T13:35:25.396" v="25" actId="14100"/>
          <ac:cxnSpMkLst>
            <pc:docMk/>
            <pc:sldMk cId="2925941039" sldId="262"/>
            <ac:cxnSpMk id="6" creationId="{9DAE843D-E3D5-85DB-88A2-BC13EC736A83}"/>
          </ac:cxnSpMkLst>
        </pc:cxnChg>
        <pc:cxnChg chg="add mod">
          <ac:chgData name="Keene, April (MBO)" userId="18778f18-ccce-4d8e-844d-56edf3787b04" providerId="ADAL" clId="{07C80723-203A-40FD-AA6E-9B5843DC0056}" dt="2024-09-05T13:35:32.319" v="29" actId="14100"/>
          <ac:cxnSpMkLst>
            <pc:docMk/>
            <pc:sldMk cId="2925941039" sldId="262"/>
            <ac:cxnSpMk id="10" creationId="{C018A598-FF6F-2FE8-5E9E-010C601C8C1C}"/>
          </ac:cxnSpMkLst>
        </pc:cxnChg>
        <pc:cxnChg chg="add mod">
          <ac:chgData name="Keene, April (MBO)" userId="18778f18-ccce-4d8e-844d-56edf3787b04" providerId="ADAL" clId="{07C80723-203A-40FD-AA6E-9B5843DC0056}" dt="2024-09-05T13:36:11.832" v="57"/>
          <ac:cxnSpMkLst>
            <pc:docMk/>
            <pc:sldMk cId="2925941039" sldId="262"/>
            <ac:cxnSpMk id="13" creationId="{50005782-468A-8ABA-00F1-F66E6AFCBD43}"/>
          </ac:cxnSpMkLst>
        </pc:cxnChg>
        <pc:cxnChg chg="add mod">
          <ac:chgData name="Keene, April (MBO)" userId="18778f18-ccce-4d8e-844d-56edf3787b04" providerId="ADAL" clId="{07C80723-203A-40FD-AA6E-9B5843DC0056}" dt="2024-09-05T13:36:11.832" v="57"/>
          <ac:cxnSpMkLst>
            <pc:docMk/>
            <pc:sldMk cId="2925941039" sldId="262"/>
            <ac:cxnSpMk id="15" creationId="{B59C2FDA-164D-7EBF-CF57-8EE4D9EACC93}"/>
          </ac:cxnSpMkLst>
        </pc:cxnChg>
        <pc:cxnChg chg="add mod">
          <ac:chgData name="Keene, April (MBO)" userId="18778f18-ccce-4d8e-844d-56edf3787b04" providerId="ADAL" clId="{07C80723-203A-40FD-AA6E-9B5843DC0056}" dt="2024-09-05T13:36:21.332" v="60" actId="1035"/>
          <ac:cxnSpMkLst>
            <pc:docMk/>
            <pc:sldMk cId="2925941039" sldId="262"/>
            <ac:cxnSpMk id="17" creationId="{3AC587DC-3185-D914-555A-33BDB7ED122F}"/>
          </ac:cxnSpMkLst>
        </pc:cxnChg>
        <pc:cxnChg chg="add mod">
          <ac:chgData name="Keene, April (MBO)" userId="18778f18-ccce-4d8e-844d-56edf3787b04" providerId="ADAL" clId="{07C80723-203A-40FD-AA6E-9B5843DC0056}" dt="2024-09-05T13:36:21.332" v="60" actId="1035"/>
          <ac:cxnSpMkLst>
            <pc:docMk/>
            <pc:sldMk cId="2925941039" sldId="262"/>
            <ac:cxnSpMk id="19" creationId="{EFCEC137-08CF-4148-0E79-13A376C30777}"/>
          </ac:cxnSpMkLst>
        </pc:cxnChg>
        <pc:cxnChg chg="add mod">
          <ac:chgData name="Keene, April (MBO)" userId="18778f18-ccce-4d8e-844d-56edf3787b04" providerId="ADAL" clId="{07C80723-203A-40FD-AA6E-9B5843DC0056}" dt="2024-09-05T13:37:06.686" v="101" actId="1076"/>
          <ac:cxnSpMkLst>
            <pc:docMk/>
            <pc:sldMk cId="2925941039" sldId="262"/>
            <ac:cxnSpMk id="23" creationId="{5BF454D8-FC24-82FE-8E11-1A9BAE887890}"/>
          </ac:cxnSpMkLst>
        </pc:cxnChg>
        <pc:cxnChg chg="add mod">
          <ac:chgData name="Keene, April (MBO)" userId="18778f18-ccce-4d8e-844d-56edf3787b04" providerId="ADAL" clId="{07C80723-203A-40FD-AA6E-9B5843DC0056}" dt="2024-09-05T13:37:06.686" v="101" actId="1076"/>
          <ac:cxnSpMkLst>
            <pc:docMk/>
            <pc:sldMk cId="2925941039" sldId="262"/>
            <ac:cxnSpMk id="24" creationId="{B74279FC-B382-FEDF-70E0-E353B91E5F01}"/>
          </ac:cxnSpMkLst>
        </pc:cxnChg>
        <pc:cxnChg chg="add mod">
          <ac:chgData name="Keene, April (MBO)" userId="18778f18-ccce-4d8e-844d-56edf3787b04" providerId="ADAL" clId="{07C80723-203A-40FD-AA6E-9B5843DC0056}" dt="2024-09-05T13:37:06.686" v="101" actId="1076"/>
          <ac:cxnSpMkLst>
            <pc:docMk/>
            <pc:sldMk cId="2925941039" sldId="262"/>
            <ac:cxnSpMk id="25" creationId="{8904D267-DD98-81D2-B336-F60EB9EC0B50}"/>
          </ac:cxnSpMkLst>
        </pc:cxnChg>
        <pc:cxnChg chg="add mod">
          <ac:chgData name="Keene, April (MBO)" userId="18778f18-ccce-4d8e-844d-56edf3787b04" providerId="ADAL" clId="{07C80723-203A-40FD-AA6E-9B5843DC0056}" dt="2024-09-05T13:37:06.686" v="101" actId="1076"/>
          <ac:cxnSpMkLst>
            <pc:docMk/>
            <pc:sldMk cId="2925941039" sldId="262"/>
            <ac:cxnSpMk id="27" creationId="{C10AE438-200A-72B6-3059-72CFB030DC4E}"/>
          </ac:cxnSpMkLst>
        </pc:cxnChg>
        <pc:cxnChg chg="add mod">
          <ac:chgData name="Keene, April (MBO)" userId="18778f18-ccce-4d8e-844d-56edf3787b04" providerId="ADAL" clId="{07C80723-203A-40FD-AA6E-9B5843DC0056}" dt="2024-09-05T13:37:06.686" v="101" actId="1076"/>
          <ac:cxnSpMkLst>
            <pc:docMk/>
            <pc:sldMk cId="2925941039" sldId="262"/>
            <ac:cxnSpMk id="29" creationId="{7761EE5D-9F4E-FBAF-7AD5-F46A5D2E1D88}"/>
          </ac:cxnSpMkLst>
        </pc:cxnChg>
        <pc:cxnChg chg="add mod">
          <ac:chgData name="Keene, April (MBO)" userId="18778f18-ccce-4d8e-844d-56edf3787b04" providerId="ADAL" clId="{07C80723-203A-40FD-AA6E-9B5843DC0056}" dt="2024-09-05T13:37:06.686" v="101" actId="1076"/>
          <ac:cxnSpMkLst>
            <pc:docMk/>
            <pc:sldMk cId="2925941039" sldId="262"/>
            <ac:cxnSpMk id="31" creationId="{83F87D30-82B0-8FBB-CEF5-DA3462DE6DD4}"/>
          </ac:cxnSpMkLst>
        </pc:cxnChg>
        <pc:cxnChg chg="add mod">
          <ac:chgData name="Keene, April (MBO)" userId="18778f18-ccce-4d8e-844d-56edf3787b04" providerId="ADAL" clId="{07C80723-203A-40FD-AA6E-9B5843DC0056}" dt="2024-09-05T13:37:15.132" v="103" actId="1076"/>
          <ac:cxnSpMkLst>
            <pc:docMk/>
            <pc:sldMk cId="2925941039" sldId="262"/>
            <ac:cxnSpMk id="35" creationId="{483C0BCD-C151-F95D-EEFB-C35B8CAC5393}"/>
          </ac:cxnSpMkLst>
        </pc:cxnChg>
        <pc:cxnChg chg="add mod">
          <ac:chgData name="Keene, April (MBO)" userId="18778f18-ccce-4d8e-844d-56edf3787b04" providerId="ADAL" clId="{07C80723-203A-40FD-AA6E-9B5843DC0056}" dt="2024-09-05T13:37:38.435" v="112" actId="1076"/>
          <ac:cxnSpMkLst>
            <pc:docMk/>
            <pc:sldMk cId="2925941039" sldId="262"/>
            <ac:cxnSpMk id="38" creationId="{AF8E6110-DDD3-1E2E-B844-DD6259949FB9}"/>
          </ac:cxnSpMkLst>
        </pc:cxnChg>
        <pc:cxnChg chg="add mod">
          <ac:chgData name="Keene, April (MBO)" userId="18778f18-ccce-4d8e-844d-56edf3787b04" providerId="ADAL" clId="{07C80723-203A-40FD-AA6E-9B5843DC0056}" dt="2024-09-05T13:37:42.723" v="114" actId="1076"/>
          <ac:cxnSpMkLst>
            <pc:docMk/>
            <pc:sldMk cId="2925941039" sldId="262"/>
            <ac:cxnSpMk id="41" creationId="{331EDC98-32C1-5A3E-8851-337BB7ECBAAA}"/>
          </ac:cxnSpMkLst>
        </pc:cxnChg>
        <pc:cxnChg chg="add mod">
          <ac:chgData name="Keene, April (MBO)" userId="18778f18-ccce-4d8e-844d-56edf3787b04" providerId="ADAL" clId="{07C80723-203A-40FD-AA6E-9B5843DC0056}" dt="2024-09-05T13:37:52.285" v="116" actId="1076"/>
          <ac:cxnSpMkLst>
            <pc:docMk/>
            <pc:sldMk cId="2925941039" sldId="262"/>
            <ac:cxnSpMk id="44" creationId="{52A9A2CB-4948-95D2-7286-A12ABDC7FC7C}"/>
          </ac:cxnSpMkLst>
        </pc:cxnChg>
        <pc:cxnChg chg="add mod">
          <ac:chgData name="Keene, April (MBO)" userId="18778f18-ccce-4d8e-844d-56edf3787b04" providerId="ADAL" clId="{07C80723-203A-40FD-AA6E-9B5843DC0056}" dt="2024-09-05T13:37:52.285" v="116" actId="1076"/>
          <ac:cxnSpMkLst>
            <pc:docMk/>
            <pc:sldMk cId="2925941039" sldId="262"/>
            <ac:cxnSpMk id="47" creationId="{031F799C-5354-D374-1501-D39FE1819453}"/>
          </ac:cxnSpMkLst>
        </pc:cxnChg>
        <pc:cxnChg chg="add mod">
          <ac:chgData name="Keene, April (MBO)" userId="18778f18-ccce-4d8e-844d-56edf3787b04" providerId="ADAL" clId="{07C80723-203A-40FD-AA6E-9B5843DC0056}" dt="2024-09-05T13:37:52.285" v="116" actId="1076"/>
          <ac:cxnSpMkLst>
            <pc:docMk/>
            <pc:sldMk cId="2925941039" sldId="262"/>
            <ac:cxnSpMk id="50" creationId="{EECCE778-527B-177D-7A07-8704B0773BE2}"/>
          </ac:cxnSpMkLst>
        </pc:cxnChg>
      </pc:sldChg>
      <pc:sldChg chg="addSp modSp new mod">
        <pc:chgData name="Keene, April (MBO)" userId="18778f18-ccce-4d8e-844d-56edf3787b04" providerId="ADAL" clId="{07C80723-203A-40FD-AA6E-9B5843DC0056}" dt="2024-09-05T16:08:13.003" v="237" actId="403"/>
        <pc:sldMkLst>
          <pc:docMk/>
          <pc:sldMk cId="1469107139" sldId="263"/>
        </pc:sldMkLst>
        <pc:spChg chg="add mod">
          <ac:chgData name="Keene, April (MBO)" userId="18778f18-ccce-4d8e-844d-56edf3787b04" providerId="ADAL" clId="{07C80723-203A-40FD-AA6E-9B5843DC0056}" dt="2024-09-05T16:08:13.003" v="237" actId="403"/>
          <ac:spMkLst>
            <pc:docMk/>
            <pc:sldMk cId="1469107139" sldId="263"/>
            <ac:spMk id="2" creationId="{F3ACCB42-B111-F2D7-FC42-B3195F2A2A70}"/>
          </ac:spMkLst>
        </pc:spChg>
      </pc:sldChg>
    </pc:docChg>
  </pc:docChgLst>
  <pc:docChgLst>
    <pc:chgData name="Keene, April (MBO)" userId="18778f18-ccce-4d8e-844d-56edf3787b04" providerId="ADAL" clId="{0A0D7B34-1331-4DDB-A4E0-F1FE27D21DEB}"/>
    <pc:docChg chg="undo custSel addSld modSld">
      <pc:chgData name="Keene, April (MBO)" userId="18778f18-ccce-4d8e-844d-56edf3787b04" providerId="ADAL" clId="{0A0D7B34-1331-4DDB-A4E0-F1FE27D21DEB}" dt="2024-09-05T03:35:04.892" v="369" actId="1076"/>
      <pc:docMkLst>
        <pc:docMk/>
      </pc:docMkLst>
      <pc:sldChg chg="addSp delSp modSp new mod">
        <pc:chgData name="Keene, April (MBO)" userId="18778f18-ccce-4d8e-844d-56edf3787b04" providerId="ADAL" clId="{0A0D7B34-1331-4DDB-A4E0-F1FE27D21DEB}" dt="2024-09-04T15:36:52.704" v="274" actId="14100"/>
        <pc:sldMkLst>
          <pc:docMk/>
          <pc:sldMk cId="557551929" sldId="259"/>
        </pc:sldMkLst>
        <pc:spChg chg="del">
          <ac:chgData name="Keene, April (MBO)" userId="18778f18-ccce-4d8e-844d-56edf3787b04" providerId="ADAL" clId="{0A0D7B34-1331-4DDB-A4E0-F1FE27D21DEB}" dt="2024-09-04T14:20:11.621" v="2" actId="478"/>
          <ac:spMkLst>
            <pc:docMk/>
            <pc:sldMk cId="557551929" sldId="259"/>
            <ac:spMk id="2" creationId="{9B6025CA-360C-E45B-3F68-1C2649D90331}"/>
          </ac:spMkLst>
        </pc:spChg>
        <pc:spChg chg="del">
          <ac:chgData name="Keene, April (MBO)" userId="18778f18-ccce-4d8e-844d-56edf3787b04" providerId="ADAL" clId="{0A0D7B34-1331-4DDB-A4E0-F1FE27D21DEB}" dt="2024-09-04T14:20:10.168" v="1" actId="478"/>
          <ac:spMkLst>
            <pc:docMk/>
            <pc:sldMk cId="557551929" sldId="259"/>
            <ac:spMk id="3" creationId="{32A0F299-C13D-B9A1-7DFA-DB8D85FAC680}"/>
          </ac:spMkLst>
        </pc:spChg>
        <pc:spChg chg="add">
          <ac:chgData name="Keene, April (MBO)" userId="18778f18-ccce-4d8e-844d-56edf3787b04" providerId="ADAL" clId="{0A0D7B34-1331-4DDB-A4E0-F1FE27D21DEB}" dt="2024-09-04T14:22:27.048" v="19"/>
          <ac:spMkLst>
            <pc:docMk/>
            <pc:sldMk cId="557551929" sldId="259"/>
            <ac:spMk id="12" creationId="{047B6306-A9E7-5377-90A1-C91F882C707A}"/>
          </ac:spMkLst>
        </pc:spChg>
        <pc:spChg chg="add del mod">
          <ac:chgData name="Keene, April (MBO)" userId="18778f18-ccce-4d8e-844d-56edf3787b04" providerId="ADAL" clId="{0A0D7B34-1331-4DDB-A4E0-F1FE27D21DEB}" dt="2024-09-04T14:22:52.375" v="26" actId="478"/>
          <ac:spMkLst>
            <pc:docMk/>
            <pc:sldMk cId="557551929" sldId="259"/>
            <ac:spMk id="13" creationId="{09829E4F-5725-24FA-1363-BE47195431B0}"/>
          </ac:spMkLst>
        </pc:spChg>
        <pc:spChg chg="add del">
          <ac:chgData name="Keene, April (MBO)" userId="18778f18-ccce-4d8e-844d-56edf3787b04" providerId="ADAL" clId="{0A0D7B34-1331-4DDB-A4E0-F1FE27D21DEB}" dt="2024-09-04T14:22:49.097" v="23" actId="478"/>
          <ac:spMkLst>
            <pc:docMk/>
            <pc:sldMk cId="557551929" sldId="259"/>
            <ac:spMk id="14" creationId="{AFB92690-B347-1B5E-9890-ADF186D29FDA}"/>
          </ac:spMkLst>
        </pc:spChg>
        <pc:spChg chg="add mod">
          <ac:chgData name="Keene, April (MBO)" userId="18778f18-ccce-4d8e-844d-56edf3787b04" providerId="ADAL" clId="{0A0D7B34-1331-4DDB-A4E0-F1FE27D21DEB}" dt="2024-09-04T15:01:10.596" v="129" actId="164"/>
          <ac:spMkLst>
            <pc:docMk/>
            <pc:sldMk cId="557551929" sldId="259"/>
            <ac:spMk id="24" creationId="{6DD06D33-AB49-3EAC-F9FC-3CCB10C3B034}"/>
          </ac:spMkLst>
        </pc:spChg>
        <pc:spChg chg="add mod">
          <ac:chgData name="Keene, April (MBO)" userId="18778f18-ccce-4d8e-844d-56edf3787b04" providerId="ADAL" clId="{0A0D7B34-1331-4DDB-A4E0-F1FE27D21DEB}" dt="2024-09-04T15:01:10.596" v="129" actId="164"/>
          <ac:spMkLst>
            <pc:docMk/>
            <pc:sldMk cId="557551929" sldId="259"/>
            <ac:spMk id="25" creationId="{142698BB-4438-9111-283C-4C30DD0637AA}"/>
          </ac:spMkLst>
        </pc:spChg>
        <pc:spChg chg="add mod">
          <ac:chgData name="Keene, April (MBO)" userId="18778f18-ccce-4d8e-844d-56edf3787b04" providerId="ADAL" clId="{0A0D7B34-1331-4DDB-A4E0-F1FE27D21DEB}" dt="2024-09-04T15:01:10.596" v="129" actId="164"/>
          <ac:spMkLst>
            <pc:docMk/>
            <pc:sldMk cId="557551929" sldId="259"/>
            <ac:spMk id="26" creationId="{1418BFF2-3FA1-8451-A581-0AE3E94A4F3D}"/>
          </ac:spMkLst>
        </pc:spChg>
        <pc:spChg chg="add mod">
          <ac:chgData name="Keene, April (MBO)" userId="18778f18-ccce-4d8e-844d-56edf3787b04" providerId="ADAL" clId="{0A0D7B34-1331-4DDB-A4E0-F1FE27D21DEB}" dt="2024-09-04T15:01:10.596" v="129" actId="164"/>
          <ac:spMkLst>
            <pc:docMk/>
            <pc:sldMk cId="557551929" sldId="259"/>
            <ac:spMk id="29" creationId="{2C2A5E88-FB81-8A7A-8401-39E8EE17515C}"/>
          </ac:spMkLst>
        </pc:spChg>
        <pc:spChg chg="add mod">
          <ac:chgData name="Keene, April (MBO)" userId="18778f18-ccce-4d8e-844d-56edf3787b04" providerId="ADAL" clId="{0A0D7B34-1331-4DDB-A4E0-F1FE27D21DEB}" dt="2024-09-04T15:01:10.596" v="129" actId="164"/>
          <ac:spMkLst>
            <pc:docMk/>
            <pc:sldMk cId="557551929" sldId="259"/>
            <ac:spMk id="30" creationId="{7D1DB84C-999B-2907-CE62-9D7CB4EE70DF}"/>
          </ac:spMkLst>
        </pc:spChg>
        <pc:spChg chg="add mod">
          <ac:chgData name="Keene, April (MBO)" userId="18778f18-ccce-4d8e-844d-56edf3787b04" providerId="ADAL" clId="{0A0D7B34-1331-4DDB-A4E0-F1FE27D21DEB}" dt="2024-09-04T15:01:10.596" v="129" actId="164"/>
          <ac:spMkLst>
            <pc:docMk/>
            <pc:sldMk cId="557551929" sldId="259"/>
            <ac:spMk id="31" creationId="{3F85CFC9-7633-9D20-0615-A67A3F8CF729}"/>
          </ac:spMkLst>
        </pc:spChg>
        <pc:spChg chg="add mod">
          <ac:chgData name="Keene, April (MBO)" userId="18778f18-ccce-4d8e-844d-56edf3787b04" providerId="ADAL" clId="{0A0D7B34-1331-4DDB-A4E0-F1FE27D21DEB}" dt="2024-09-04T15:01:10.596" v="129" actId="164"/>
          <ac:spMkLst>
            <pc:docMk/>
            <pc:sldMk cId="557551929" sldId="259"/>
            <ac:spMk id="32" creationId="{247BA0E6-4568-0D7E-2D37-EE93EC6E02A0}"/>
          </ac:spMkLst>
        </pc:spChg>
        <pc:spChg chg="add mod">
          <ac:chgData name="Keene, April (MBO)" userId="18778f18-ccce-4d8e-844d-56edf3787b04" providerId="ADAL" clId="{0A0D7B34-1331-4DDB-A4E0-F1FE27D21DEB}" dt="2024-09-04T15:01:10.596" v="129" actId="164"/>
          <ac:spMkLst>
            <pc:docMk/>
            <pc:sldMk cId="557551929" sldId="259"/>
            <ac:spMk id="33" creationId="{EAC1B5E0-9C9B-B05D-35DA-AAEBEDD333B8}"/>
          </ac:spMkLst>
        </pc:spChg>
        <pc:spChg chg="add mod">
          <ac:chgData name="Keene, April (MBO)" userId="18778f18-ccce-4d8e-844d-56edf3787b04" providerId="ADAL" clId="{0A0D7B34-1331-4DDB-A4E0-F1FE27D21DEB}" dt="2024-09-04T15:01:10.596" v="129" actId="164"/>
          <ac:spMkLst>
            <pc:docMk/>
            <pc:sldMk cId="557551929" sldId="259"/>
            <ac:spMk id="34" creationId="{72EC010A-2B46-2B8F-6924-CBE2C24BA9F5}"/>
          </ac:spMkLst>
        </pc:spChg>
        <pc:spChg chg="add del mod">
          <ac:chgData name="Keene, April (MBO)" userId="18778f18-ccce-4d8e-844d-56edf3787b04" providerId="ADAL" clId="{0A0D7B34-1331-4DDB-A4E0-F1FE27D21DEB}" dt="2024-09-04T15:02:30.079" v="163" actId="478"/>
          <ac:spMkLst>
            <pc:docMk/>
            <pc:sldMk cId="557551929" sldId="259"/>
            <ac:spMk id="47" creationId="{3C1473A5-F219-9B7B-CAE6-C7D87FABF5DC}"/>
          </ac:spMkLst>
        </pc:spChg>
        <pc:spChg chg="add mod ord">
          <ac:chgData name="Keene, April (MBO)" userId="18778f18-ccce-4d8e-844d-56edf3787b04" providerId="ADAL" clId="{0A0D7B34-1331-4DDB-A4E0-F1FE27D21DEB}" dt="2024-09-04T15:03:27.712" v="185" actId="166"/>
          <ac:spMkLst>
            <pc:docMk/>
            <pc:sldMk cId="557551929" sldId="259"/>
            <ac:spMk id="52" creationId="{3195C493-8EC0-4AAC-E193-61332E72D576}"/>
          </ac:spMkLst>
        </pc:spChg>
        <pc:spChg chg="add mod">
          <ac:chgData name="Keene, April (MBO)" userId="18778f18-ccce-4d8e-844d-56edf3787b04" providerId="ADAL" clId="{0A0D7B34-1331-4DDB-A4E0-F1FE27D21DEB}" dt="2024-09-04T15:04:02.357" v="190" actId="1076"/>
          <ac:spMkLst>
            <pc:docMk/>
            <pc:sldMk cId="557551929" sldId="259"/>
            <ac:spMk id="58" creationId="{B086B85E-AC85-CCFE-1A2B-A7CCCFD4EB7D}"/>
          </ac:spMkLst>
        </pc:spChg>
        <pc:spChg chg="add mod">
          <ac:chgData name="Keene, April (MBO)" userId="18778f18-ccce-4d8e-844d-56edf3787b04" providerId="ADAL" clId="{0A0D7B34-1331-4DDB-A4E0-F1FE27D21DEB}" dt="2024-09-04T15:10:41.407" v="201" actId="20577"/>
          <ac:spMkLst>
            <pc:docMk/>
            <pc:sldMk cId="557551929" sldId="259"/>
            <ac:spMk id="59" creationId="{DE49C9C3-0B0E-6C17-6F7A-9B22C2A5B464}"/>
          </ac:spMkLst>
        </pc:spChg>
        <pc:spChg chg="add mod">
          <ac:chgData name="Keene, April (MBO)" userId="18778f18-ccce-4d8e-844d-56edf3787b04" providerId="ADAL" clId="{0A0D7B34-1331-4DDB-A4E0-F1FE27D21DEB}" dt="2024-09-04T15:11:01.435" v="203" actId="20577"/>
          <ac:spMkLst>
            <pc:docMk/>
            <pc:sldMk cId="557551929" sldId="259"/>
            <ac:spMk id="60" creationId="{9AF6A669-7538-B618-2968-8B1B06913AD9}"/>
          </ac:spMkLst>
        </pc:spChg>
        <pc:spChg chg="add mod">
          <ac:chgData name="Keene, April (MBO)" userId="18778f18-ccce-4d8e-844d-56edf3787b04" providerId="ADAL" clId="{0A0D7B34-1331-4DDB-A4E0-F1FE27D21DEB}" dt="2024-09-04T15:11:04.708" v="205" actId="20577"/>
          <ac:spMkLst>
            <pc:docMk/>
            <pc:sldMk cId="557551929" sldId="259"/>
            <ac:spMk id="61" creationId="{ED3E3297-4463-7614-9132-17E41C920456}"/>
          </ac:spMkLst>
        </pc:spChg>
        <pc:spChg chg="add mod">
          <ac:chgData name="Keene, April (MBO)" userId="18778f18-ccce-4d8e-844d-56edf3787b04" providerId="ADAL" clId="{0A0D7B34-1331-4DDB-A4E0-F1FE27D21DEB}" dt="2024-09-04T15:11:09.562" v="207" actId="20577"/>
          <ac:spMkLst>
            <pc:docMk/>
            <pc:sldMk cId="557551929" sldId="259"/>
            <ac:spMk id="62" creationId="{7ADDA5DA-C137-732B-0077-9F40D85D1C16}"/>
          </ac:spMkLst>
        </pc:spChg>
        <pc:spChg chg="add mod">
          <ac:chgData name="Keene, April (MBO)" userId="18778f18-ccce-4d8e-844d-56edf3787b04" providerId="ADAL" clId="{0A0D7B34-1331-4DDB-A4E0-F1FE27D21DEB}" dt="2024-09-04T15:11:12.643" v="209" actId="20577"/>
          <ac:spMkLst>
            <pc:docMk/>
            <pc:sldMk cId="557551929" sldId="259"/>
            <ac:spMk id="63" creationId="{D302688C-0966-632A-9673-0400AF9B5EEE}"/>
          </ac:spMkLst>
        </pc:spChg>
        <pc:spChg chg="add mod">
          <ac:chgData name="Keene, April (MBO)" userId="18778f18-ccce-4d8e-844d-56edf3787b04" providerId="ADAL" clId="{0A0D7B34-1331-4DDB-A4E0-F1FE27D21DEB}" dt="2024-09-04T15:11:32.637" v="216" actId="1076"/>
          <ac:spMkLst>
            <pc:docMk/>
            <pc:sldMk cId="557551929" sldId="259"/>
            <ac:spMk id="64" creationId="{D7EE1A39-DBDA-B209-D599-BD0B9B595A6F}"/>
          </ac:spMkLst>
        </pc:spChg>
        <pc:spChg chg="add">
          <ac:chgData name="Keene, April (MBO)" userId="18778f18-ccce-4d8e-844d-56edf3787b04" providerId="ADAL" clId="{0A0D7B34-1331-4DDB-A4E0-F1FE27D21DEB}" dt="2024-09-04T15:36:43.179" v="271" actId="11529"/>
          <ac:spMkLst>
            <pc:docMk/>
            <pc:sldMk cId="557551929" sldId="259"/>
            <ac:spMk id="65" creationId="{689B3893-5D9D-5554-C276-E0320DD0DBD1}"/>
          </ac:spMkLst>
        </pc:spChg>
        <pc:spChg chg="add mod">
          <ac:chgData name="Keene, April (MBO)" userId="18778f18-ccce-4d8e-844d-56edf3787b04" providerId="ADAL" clId="{0A0D7B34-1331-4DDB-A4E0-F1FE27D21DEB}" dt="2024-09-04T15:36:52.704" v="274" actId="14100"/>
          <ac:spMkLst>
            <pc:docMk/>
            <pc:sldMk cId="557551929" sldId="259"/>
            <ac:spMk id="66" creationId="{C2CF8047-C185-A79D-CCE0-4C5610623050}"/>
          </ac:spMkLst>
        </pc:spChg>
        <pc:grpChg chg="add mod">
          <ac:chgData name="Keene, April (MBO)" userId="18778f18-ccce-4d8e-844d-56edf3787b04" providerId="ADAL" clId="{0A0D7B34-1331-4DDB-A4E0-F1FE27D21DEB}" dt="2024-09-04T15:01:15.826" v="132" actId="164"/>
          <ac:grpSpMkLst>
            <pc:docMk/>
            <pc:sldMk cId="557551929" sldId="259"/>
            <ac:grpSpMk id="35" creationId="{CC4B1022-579E-5CFE-F21C-4EED587E0054}"/>
          </ac:grpSpMkLst>
        </pc:grpChg>
        <pc:grpChg chg="add mod">
          <ac:chgData name="Keene, April (MBO)" userId="18778f18-ccce-4d8e-844d-56edf3787b04" providerId="ADAL" clId="{0A0D7B34-1331-4DDB-A4E0-F1FE27D21DEB}" dt="2024-09-04T15:01:21.096" v="133" actId="1076"/>
          <ac:grpSpMkLst>
            <pc:docMk/>
            <pc:sldMk cId="557551929" sldId="259"/>
            <ac:grpSpMk id="36" creationId="{049B9AB9-A3B9-F34D-E9F1-62664BCA9935}"/>
          </ac:grpSpMkLst>
        </pc:grpChg>
        <pc:picChg chg="add del mod">
          <ac:chgData name="Keene, April (MBO)" userId="18778f18-ccce-4d8e-844d-56edf3787b04" providerId="ADAL" clId="{0A0D7B34-1331-4DDB-A4E0-F1FE27D21DEB}" dt="2024-09-04T14:21:46.250" v="17" actId="478"/>
          <ac:picMkLst>
            <pc:docMk/>
            <pc:sldMk cId="557551929" sldId="259"/>
            <ac:picMk id="10" creationId="{B50636CE-4216-68E9-9AAB-DB311DA0B642}"/>
          </ac:picMkLst>
        </pc:picChg>
        <pc:picChg chg="add del mod">
          <ac:chgData name="Keene, April (MBO)" userId="18778f18-ccce-4d8e-844d-56edf3787b04" providerId="ADAL" clId="{0A0D7B34-1331-4DDB-A4E0-F1FE27D21DEB}" dt="2024-09-04T14:21:47.420" v="18" actId="478"/>
          <ac:picMkLst>
            <pc:docMk/>
            <pc:sldMk cId="557551929" sldId="259"/>
            <ac:picMk id="11" creationId="{2E85AAD3-A4A3-38E0-A0A4-011014C31CAE}"/>
          </ac:picMkLst>
        </pc:picChg>
        <pc:picChg chg="add mod">
          <ac:chgData name="Keene, April (MBO)" userId="18778f18-ccce-4d8e-844d-56edf3787b04" providerId="ADAL" clId="{0A0D7B34-1331-4DDB-A4E0-F1FE27D21DEB}" dt="2024-09-04T15:01:10.596" v="129" actId="164"/>
          <ac:picMkLst>
            <pc:docMk/>
            <pc:sldMk cId="557551929" sldId="259"/>
            <ac:picMk id="16" creationId="{5C05DBFA-9D79-D179-369A-4ACCE78A0B24}"/>
          </ac:picMkLst>
        </pc:picChg>
        <pc:picChg chg="add mod">
          <ac:chgData name="Keene, April (MBO)" userId="18778f18-ccce-4d8e-844d-56edf3787b04" providerId="ADAL" clId="{0A0D7B34-1331-4DDB-A4E0-F1FE27D21DEB}" dt="2024-09-04T15:01:10.596" v="129" actId="164"/>
          <ac:picMkLst>
            <pc:docMk/>
            <pc:sldMk cId="557551929" sldId="259"/>
            <ac:picMk id="17" creationId="{65F25C70-60F7-45DC-F1D3-AC8688483E03}"/>
          </ac:picMkLst>
        </pc:picChg>
        <pc:picChg chg="add mod">
          <ac:chgData name="Keene, April (MBO)" userId="18778f18-ccce-4d8e-844d-56edf3787b04" providerId="ADAL" clId="{0A0D7B34-1331-4DDB-A4E0-F1FE27D21DEB}" dt="2024-09-04T15:01:10.596" v="129" actId="164"/>
          <ac:picMkLst>
            <pc:docMk/>
            <pc:sldMk cId="557551929" sldId="259"/>
            <ac:picMk id="18" creationId="{4133FD0C-5B88-B548-F326-F9169D255C6A}"/>
          </ac:picMkLst>
        </pc:picChg>
        <pc:picChg chg="add mod">
          <ac:chgData name="Keene, April (MBO)" userId="18778f18-ccce-4d8e-844d-56edf3787b04" providerId="ADAL" clId="{0A0D7B34-1331-4DDB-A4E0-F1FE27D21DEB}" dt="2024-09-04T15:01:10.596" v="129" actId="164"/>
          <ac:picMkLst>
            <pc:docMk/>
            <pc:sldMk cId="557551929" sldId="259"/>
            <ac:picMk id="19" creationId="{58C28B91-1A0F-32BD-B311-52E7B11CD555}"/>
          </ac:picMkLst>
        </pc:picChg>
        <pc:picChg chg="add del mod">
          <ac:chgData name="Keene, April (MBO)" userId="18778f18-ccce-4d8e-844d-56edf3787b04" providerId="ADAL" clId="{0A0D7B34-1331-4DDB-A4E0-F1FE27D21DEB}" dt="2024-09-04T14:25:10.418" v="49" actId="478"/>
          <ac:picMkLst>
            <pc:docMk/>
            <pc:sldMk cId="557551929" sldId="259"/>
            <ac:picMk id="21" creationId="{4BA51410-A3D1-8692-2520-BFE5B9A845EE}"/>
          </ac:picMkLst>
        </pc:picChg>
        <pc:picChg chg="add del mod">
          <ac:chgData name="Keene, April (MBO)" userId="18778f18-ccce-4d8e-844d-56edf3787b04" providerId="ADAL" clId="{0A0D7B34-1331-4DDB-A4E0-F1FE27D21DEB}" dt="2024-09-04T14:25:21.646" v="52" actId="478"/>
          <ac:picMkLst>
            <pc:docMk/>
            <pc:sldMk cId="557551929" sldId="259"/>
            <ac:picMk id="23" creationId="{571B0DE8-21E1-B5A1-A2EF-A106749E3616}"/>
          </ac:picMkLst>
        </pc:picChg>
        <pc:picChg chg="add mod">
          <ac:chgData name="Keene, April (MBO)" userId="18778f18-ccce-4d8e-844d-56edf3787b04" providerId="ADAL" clId="{0A0D7B34-1331-4DDB-A4E0-F1FE27D21DEB}" dt="2024-09-04T15:01:10.596" v="129" actId="164"/>
          <ac:picMkLst>
            <pc:docMk/>
            <pc:sldMk cId="557551929" sldId="259"/>
            <ac:picMk id="27" creationId="{7488DEB3-0125-8DD8-AACA-56C1DF978205}"/>
          </ac:picMkLst>
        </pc:picChg>
        <pc:picChg chg="add mod">
          <ac:chgData name="Keene, April (MBO)" userId="18778f18-ccce-4d8e-844d-56edf3787b04" providerId="ADAL" clId="{0A0D7B34-1331-4DDB-A4E0-F1FE27D21DEB}" dt="2024-09-04T15:01:15.826" v="132" actId="164"/>
          <ac:picMkLst>
            <pc:docMk/>
            <pc:sldMk cId="557551929" sldId="259"/>
            <ac:picMk id="28" creationId="{B597E4D6-F317-C718-7FB7-0AA69AEBF532}"/>
          </ac:picMkLst>
        </pc:picChg>
        <pc:cxnChg chg="add mod">
          <ac:chgData name="Keene, April (MBO)" userId="18778f18-ccce-4d8e-844d-56edf3787b04" providerId="ADAL" clId="{0A0D7B34-1331-4DDB-A4E0-F1FE27D21DEB}" dt="2024-09-04T15:01:10.596" v="129" actId="164"/>
          <ac:cxnSpMkLst>
            <pc:docMk/>
            <pc:sldMk cId="557551929" sldId="259"/>
            <ac:cxnSpMk id="5" creationId="{B3C7AF6B-958C-84E2-1FD4-489C64839F62}"/>
          </ac:cxnSpMkLst>
        </pc:cxnChg>
        <pc:cxnChg chg="add mod">
          <ac:chgData name="Keene, April (MBO)" userId="18778f18-ccce-4d8e-844d-56edf3787b04" providerId="ADAL" clId="{0A0D7B34-1331-4DDB-A4E0-F1FE27D21DEB}" dt="2024-09-04T15:01:10.596" v="129" actId="164"/>
          <ac:cxnSpMkLst>
            <pc:docMk/>
            <pc:sldMk cId="557551929" sldId="259"/>
            <ac:cxnSpMk id="7" creationId="{3D2C849B-A601-5F34-F219-03167FD584E7}"/>
          </ac:cxnSpMkLst>
        </pc:cxnChg>
        <pc:cxnChg chg="add mod ord">
          <ac:chgData name="Keene, April (MBO)" userId="18778f18-ccce-4d8e-844d-56edf3787b04" providerId="ADAL" clId="{0A0D7B34-1331-4DDB-A4E0-F1FE27D21DEB}" dt="2024-09-04T15:01:10.596" v="129" actId="164"/>
          <ac:cxnSpMkLst>
            <pc:docMk/>
            <pc:sldMk cId="557551929" sldId="259"/>
            <ac:cxnSpMk id="9" creationId="{0B4A1F11-1343-3FEE-CB5B-CF7DA85B4F6D}"/>
          </ac:cxnSpMkLst>
        </pc:cxnChg>
        <pc:cxnChg chg="add mod">
          <ac:chgData name="Keene, April (MBO)" userId="18778f18-ccce-4d8e-844d-56edf3787b04" providerId="ADAL" clId="{0A0D7B34-1331-4DDB-A4E0-F1FE27D21DEB}" dt="2024-09-04T15:02:42.345" v="164" actId="14100"/>
          <ac:cxnSpMkLst>
            <pc:docMk/>
            <pc:sldMk cId="557551929" sldId="259"/>
            <ac:cxnSpMk id="38" creationId="{172BAD2B-AAEA-1A04-101D-402A92FC0644}"/>
          </ac:cxnSpMkLst>
        </pc:cxnChg>
        <pc:cxnChg chg="add mod">
          <ac:chgData name="Keene, April (MBO)" userId="18778f18-ccce-4d8e-844d-56edf3787b04" providerId="ADAL" clId="{0A0D7B34-1331-4DDB-A4E0-F1FE27D21DEB}" dt="2024-09-04T15:01:54.952" v="137" actId="14100"/>
          <ac:cxnSpMkLst>
            <pc:docMk/>
            <pc:sldMk cId="557551929" sldId="259"/>
            <ac:cxnSpMk id="40" creationId="{1B8A27B8-763C-6295-4141-A3F7DFB91554}"/>
          </ac:cxnSpMkLst>
        </pc:cxnChg>
        <pc:cxnChg chg="add mod">
          <ac:chgData name="Keene, April (MBO)" userId="18778f18-ccce-4d8e-844d-56edf3787b04" providerId="ADAL" clId="{0A0D7B34-1331-4DDB-A4E0-F1FE27D21DEB}" dt="2024-09-04T15:01:57.407" v="139" actId="1076"/>
          <ac:cxnSpMkLst>
            <pc:docMk/>
            <pc:sldMk cId="557551929" sldId="259"/>
            <ac:cxnSpMk id="42" creationId="{F480A586-46E1-9D21-DEF2-F52710CB369B}"/>
          </ac:cxnSpMkLst>
        </pc:cxnChg>
        <pc:cxnChg chg="add mod">
          <ac:chgData name="Keene, April (MBO)" userId="18778f18-ccce-4d8e-844d-56edf3787b04" providerId="ADAL" clId="{0A0D7B34-1331-4DDB-A4E0-F1FE27D21DEB}" dt="2024-09-04T15:02:03.641" v="141" actId="1076"/>
          <ac:cxnSpMkLst>
            <pc:docMk/>
            <pc:sldMk cId="557551929" sldId="259"/>
            <ac:cxnSpMk id="43" creationId="{BC23B04B-427E-33ED-1D60-922CDFF1521E}"/>
          </ac:cxnSpMkLst>
        </pc:cxnChg>
        <pc:cxnChg chg="add mod">
          <ac:chgData name="Keene, April (MBO)" userId="18778f18-ccce-4d8e-844d-56edf3787b04" providerId="ADAL" clId="{0A0D7B34-1331-4DDB-A4E0-F1FE27D21DEB}" dt="2024-09-04T15:02:03.641" v="141" actId="1076"/>
          <ac:cxnSpMkLst>
            <pc:docMk/>
            <pc:sldMk cId="557551929" sldId="259"/>
            <ac:cxnSpMk id="44" creationId="{4F167710-4474-7C1A-0D3F-F54698D85AE7}"/>
          </ac:cxnSpMkLst>
        </pc:cxnChg>
        <pc:cxnChg chg="add mod">
          <ac:chgData name="Keene, April (MBO)" userId="18778f18-ccce-4d8e-844d-56edf3787b04" providerId="ADAL" clId="{0A0D7B34-1331-4DDB-A4E0-F1FE27D21DEB}" dt="2024-09-04T15:02:07.048" v="143" actId="1076"/>
          <ac:cxnSpMkLst>
            <pc:docMk/>
            <pc:sldMk cId="557551929" sldId="259"/>
            <ac:cxnSpMk id="45" creationId="{24F9EB2E-2E7D-A162-5E4E-AC5C02D8F883}"/>
          </ac:cxnSpMkLst>
        </pc:cxnChg>
        <pc:cxnChg chg="add mod">
          <ac:chgData name="Keene, April (MBO)" userId="18778f18-ccce-4d8e-844d-56edf3787b04" providerId="ADAL" clId="{0A0D7B34-1331-4DDB-A4E0-F1FE27D21DEB}" dt="2024-09-04T15:02:07.048" v="143" actId="1076"/>
          <ac:cxnSpMkLst>
            <pc:docMk/>
            <pc:sldMk cId="557551929" sldId="259"/>
            <ac:cxnSpMk id="46" creationId="{23DB8FFD-2525-653C-8646-3BF4938BF26B}"/>
          </ac:cxnSpMkLst>
        </pc:cxnChg>
        <pc:cxnChg chg="add mod">
          <ac:chgData name="Keene, April (MBO)" userId="18778f18-ccce-4d8e-844d-56edf3787b04" providerId="ADAL" clId="{0A0D7B34-1331-4DDB-A4E0-F1FE27D21DEB}" dt="2024-09-04T15:03:14.885" v="182" actId="14100"/>
          <ac:cxnSpMkLst>
            <pc:docMk/>
            <pc:sldMk cId="557551929" sldId="259"/>
            <ac:cxnSpMk id="50" creationId="{A81C9212-784C-2B6E-A77C-3590D9F003ED}"/>
          </ac:cxnSpMkLst>
        </pc:cxnChg>
        <pc:cxnChg chg="add mod">
          <ac:chgData name="Keene, April (MBO)" userId="18778f18-ccce-4d8e-844d-56edf3787b04" providerId="ADAL" clId="{0A0D7B34-1331-4DDB-A4E0-F1FE27D21DEB}" dt="2024-09-04T15:03:11.639" v="181" actId="14100"/>
          <ac:cxnSpMkLst>
            <pc:docMk/>
            <pc:sldMk cId="557551929" sldId="259"/>
            <ac:cxnSpMk id="53" creationId="{470DD1CA-7A92-F24C-54D3-66E3CC00EC14}"/>
          </ac:cxnSpMkLst>
        </pc:cxnChg>
        <pc:cxnChg chg="add">
          <ac:chgData name="Keene, April (MBO)" userId="18778f18-ccce-4d8e-844d-56edf3787b04" providerId="ADAL" clId="{0A0D7B34-1331-4DDB-A4E0-F1FE27D21DEB}" dt="2024-09-04T15:03:21.770" v="183" actId="11529"/>
          <ac:cxnSpMkLst>
            <pc:docMk/>
            <pc:sldMk cId="557551929" sldId="259"/>
            <ac:cxnSpMk id="57" creationId="{224BCB50-CFDA-1379-61D0-A5A1E2DBBBFD}"/>
          </ac:cxnSpMkLst>
        </pc:cxnChg>
      </pc:sldChg>
      <pc:sldChg chg="modSp new mod">
        <pc:chgData name="Keene, April (MBO)" userId="18778f18-ccce-4d8e-844d-56edf3787b04" providerId="ADAL" clId="{0A0D7B34-1331-4DDB-A4E0-F1FE27D21DEB}" dt="2024-09-04T15:28:51.635" v="270" actId="20577"/>
        <pc:sldMkLst>
          <pc:docMk/>
          <pc:sldMk cId="4270394105" sldId="260"/>
        </pc:sldMkLst>
        <pc:spChg chg="mod">
          <ac:chgData name="Keene, April (MBO)" userId="18778f18-ccce-4d8e-844d-56edf3787b04" providerId="ADAL" clId="{0A0D7B34-1331-4DDB-A4E0-F1FE27D21DEB}" dt="2024-09-04T15:28:51.635" v="270" actId="20577"/>
          <ac:spMkLst>
            <pc:docMk/>
            <pc:sldMk cId="4270394105" sldId="260"/>
            <ac:spMk id="3" creationId="{6CC4DDED-0DE0-69AA-EE2F-5DCBC9F5EE0A}"/>
          </ac:spMkLst>
        </pc:spChg>
      </pc:sldChg>
      <pc:sldChg chg="addSp delSp modSp new mod modClrScheme chgLayout">
        <pc:chgData name="Keene, April (MBO)" userId="18778f18-ccce-4d8e-844d-56edf3787b04" providerId="ADAL" clId="{0A0D7B34-1331-4DDB-A4E0-F1FE27D21DEB}" dt="2024-09-05T03:35:04.892" v="369" actId="1076"/>
        <pc:sldMkLst>
          <pc:docMk/>
          <pc:sldMk cId="930162013" sldId="261"/>
        </pc:sldMkLst>
        <pc:spChg chg="del">
          <ac:chgData name="Keene, April (MBO)" userId="18778f18-ccce-4d8e-844d-56edf3787b04" providerId="ADAL" clId="{0A0D7B34-1331-4DDB-A4E0-F1FE27D21DEB}" dt="2024-09-05T03:32:28.035" v="276" actId="700"/>
          <ac:spMkLst>
            <pc:docMk/>
            <pc:sldMk cId="930162013" sldId="261"/>
            <ac:spMk id="2" creationId="{283E71A5-D045-58C7-AF5A-33072CD791A8}"/>
          </ac:spMkLst>
        </pc:spChg>
        <pc:spChg chg="del">
          <ac:chgData name="Keene, April (MBO)" userId="18778f18-ccce-4d8e-844d-56edf3787b04" providerId="ADAL" clId="{0A0D7B34-1331-4DDB-A4E0-F1FE27D21DEB}" dt="2024-09-05T03:32:28.035" v="276" actId="700"/>
          <ac:spMkLst>
            <pc:docMk/>
            <pc:sldMk cId="930162013" sldId="261"/>
            <ac:spMk id="3" creationId="{D9F3991E-5B94-0600-25D0-C7577C5E2918}"/>
          </ac:spMkLst>
        </pc:spChg>
        <pc:spChg chg="add mod">
          <ac:chgData name="Keene, April (MBO)" userId="18778f18-ccce-4d8e-844d-56edf3787b04" providerId="ADAL" clId="{0A0D7B34-1331-4DDB-A4E0-F1FE27D21DEB}" dt="2024-09-05T03:33:08.621" v="362" actId="207"/>
          <ac:spMkLst>
            <pc:docMk/>
            <pc:sldMk cId="930162013" sldId="261"/>
            <ac:spMk id="6" creationId="{5340D7BB-021E-0EE1-195F-190ADC99D856}"/>
          </ac:spMkLst>
        </pc:spChg>
        <pc:picChg chg="add mod">
          <ac:chgData name="Keene, April (MBO)" userId="18778f18-ccce-4d8e-844d-56edf3787b04" providerId="ADAL" clId="{0A0D7B34-1331-4DDB-A4E0-F1FE27D21DEB}" dt="2024-09-05T03:35:01.835" v="368" actId="1076"/>
          <ac:picMkLst>
            <pc:docMk/>
            <pc:sldMk cId="930162013" sldId="261"/>
            <ac:picMk id="5" creationId="{ECE649BA-1214-2556-F5D1-91B947B342C5}"/>
          </ac:picMkLst>
        </pc:picChg>
        <pc:picChg chg="add mod">
          <ac:chgData name="Keene, April (MBO)" userId="18778f18-ccce-4d8e-844d-56edf3787b04" providerId="ADAL" clId="{0A0D7B34-1331-4DDB-A4E0-F1FE27D21DEB}" dt="2024-09-05T03:35:04.892" v="369" actId="1076"/>
          <ac:picMkLst>
            <pc:docMk/>
            <pc:sldMk cId="930162013" sldId="261"/>
            <ac:picMk id="8" creationId="{B3ABEBB1-F1BA-80A8-8E64-811FF53CFD4E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9C2FBC-BBA5-5B43-7BF9-EE511994E6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ECB8B2-564F-2598-DC1C-AE61C4A85F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C78D40-4789-F057-D7DB-D8F387CF24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2E476-E665-4F41-BFC1-83243DE316FF}" type="datetimeFigureOut">
              <a:rPr lang="en-US" smtClean="0"/>
              <a:t>9/5/2024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19F2CB-103D-1C75-4392-AA40548C6A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7DC2CB-CCFA-2286-519E-ABC874EE70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EF408-B841-421D-B26D-7D95499931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22260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CBB21C-3BCA-04F9-9030-35EC6F4D83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85DE70-9A5A-350A-658E-D5AC4DEBF0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94B245-D6C0-219B-B8B0-5E225E337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2E476-E665-4F41-BFC1-83243DE316FF}" type="datetimeFigureOut">
              <a:rPr lang="en-US" smtClean="0"/>
              <a:t>9/5/2024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68577F-24B0-C61A-004C-F1E182D238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F9D406-A694-20C0-2955-AF5AB8795C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EF408-B841-421D-B26D-7D95499931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89255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82B045-41D3-D440-2A0D-BCF164071B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250AA9-8EEC-1619-504D-60C85E24A9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A3D362-9C20-0672-0DBB-4E0523CB58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2E476-E665-4F41-BFC1-83243DE316FF}" type="datetimeFigureOut">
              <a:rPr lang="en-US" smtClean="0"/>
              <a:t>9/5/2024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8C9308-1124-8A53-9C70-D71AC2EF37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EF77F8-FB64-7492-4655-4DD7C5283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EF408-B841-421D-B26D-7D95499931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78548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C34A50-0F25-CF45-2A34-40EAE3AF58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67113C-4F28-D110-680B-86DB4D1AF1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F2E76F-0EA0-12FE-9188-7FFEDC81E2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62CB43-4CBA-1941-1623-15E2B82094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2E476-E665-4F41-BFC1-83243DE316FF}" type="datetimeFigureOut">
              <a:rPr lang="en-US" smtClean="0"/>
              <a:t>9/5/2024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E0481B-9633-EE86-FBA3-C98F08610A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E31F1D-7E14-7022-4BE9-684CD9BB6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EF408-B841-421D-B26D-7D95499931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36943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DC7DBF-31A5-E1D7-86A9-121902FA5F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68A5E9-AB1F-8202-9283-0EA8324FEA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AF3EAC-C899-899A-719F-98941D99CE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EBCF057-0CBC-3E8A-A4DA-4AC87B78EE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CB0CC8C-83B1-FA58-A5E2-B997F46A77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A257921-FE37-ADA9-BD8C-FA4D9B7001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2E476-E665-4F41-BFC1-83243DE316FF}" type="datetimeFigureOut">
              <a:rPr lang="en-US" smtClean="0"/>
              <a:t>9/5/2024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2C5D727-12C2-F25F-A21F-163D68B80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698F556-9382-90A8-104F-EEB6859BDF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EF408-B841-421D-B26D-7D95499931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00848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C95505-9C66-F9EC-C550-79B03A661B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51E5D84-5282-1D0C-CA32-F78EE1A3D9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2E476-E665-4F41-BFC1-83243DE316FF}" type="datetimeFigureOut">
              <a:rPr lang="en-US" smtClean="0"/>
              <a:t>9/5/2024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FC7CB9-DE7C-EBF7-D6E9-9E0A66968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B2FDEC-931A-4566-1D1B-5EAC7CB667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EF408-B841-421D-B26D-7D95499931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0926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D68AC73-1738-365D-1AB8-870B11D18F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2E476-E665-4F41-BFC1-83243DE316FF}" type="datetimeFigureOut">
              <a:rPr lang="en-US" smtClean="0"/>
              <a:t>9/5/2024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E868E55-ECA0-934E-74A6-534B0899BF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399737-EE21-68B6-0F8E-4624F792C5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EF408-B841-421D-B26D-7D95499931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4981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2A7DC4-9BC2-5E82-0136-8E736CA43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DD06EF-73EA-E34F-D902-F32D5EFD88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CF8F61-75CA-1EBB-F244-2E57AABD70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2FC97F-E766-B5AE-6057-D961F1D744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2E476-E665-4F41-BFC1-83243DE316FF}" type="datetimeFigureOut">
              <a:rPr lang="en-US" smtClean="0"/>
              <a:t>9/5/2024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DB8203-A29E-3153-3567-6C3D5DB0A1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70B545-D444-2A7A-B5E4-1BB57C7BEC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EF408-B841-421D-B26D-7D95499931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60180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F49F-4574-20B8-63EA-F8CC4EC6E1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13693B4-5078-6985-1404-21149E4BE5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EFCBD4-930F-7DFE-18AD-56E4AAD1D1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482C02-F7BB-EEFD-3F14-5982DF7BCD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2E476-E665-4F41-BFC1-83243DE316FF}" type="datetimeFigureOut">
              <a:rPr lang="en-US" smtClean="0"/>
              <a:t>9/5/2024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BD3C24-4987-A66C-450B-7C674A4BBD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0DCC63-B495-ABCF-A5DC-543DF686CC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EF408-B841-421D-B26D-7D95499931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7565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BB45B6-07D6-C2B7-6637-25E1022626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65FE36-AD7B-7A95-A88C-941DFC506D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AD7994-8716-3B6D-87F8-4CAA2CF7C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2E476-E665-4F41-BFC1-83243DE316FF}" type="datetimeFigureOut">
              <a:rPr lang="en-US" smtClean="0"/>
              <a:t>9/5/2024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82750A-DD9B-8B80-DFF9-38A6DCE7B2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0C3858-150C-C9CA-5055-6ABE3C1A3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EF408-B841-421D-B26D-7D95499931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26858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58B7621-F941-D808-6B96-2840A30EEE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3DA5B8-959D-9837-5B7E-E3CB4CF70E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2FBB1C-C958-4B2B-350F-928FCC13DA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2E476-E665-4F41-BFC1-83243DE316FF}" type="datetimeFigureOut">
              <a:rPr lang="en-US" smtClean="0"/>
              <a:t>9/5/2024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28048E-F03E-F008-47F2-1D3A509ED0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A8240D-EEB5-1EDF-7B0C-89F203B2E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EF408-B841-421D-B26D-7D95499931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45343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78FB70A-21E4-4B4E-67DD-09A78C09E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AF277-8894-C90A-9B16-F66C531ECF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C4B081-690D-8927-1927-F5F18DB5FF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32E476-E665-4F41-BFC1-83243DE316FF}" type="datetimeFigureOut">
              <a:rPr lang="en-US" smtClean="0"/>
              <a:t>9/5/2024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396DD2-1367-5BA4-44E1-7268137FCB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A03F26-50D7-363A-8306-4994CE2236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BEF408-B841-421D-B26D-7D95499931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2052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B90D962-0E78-6224-9710-22E357E94058}"/>
              </a:ext>
            </a:extLst>
          </p:cNvPr>
          <p:cNvSpPr/>
          <p:nvPr/>
        </p:nvSpPr>
        <p:spPr>
          <a:xfrm>
            <a:off x="2711056" y="2836305"/>
            <a:ext cx="1362635" cy="103990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8.5 GHz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FE404A2-0F6B-1A45-A01E-265C147A0D38}"/>
              </a:ext>
            </a:extLst>
          </p:cNvPr>
          <p:cNvSpPr/>
          <p:nvPr/>
        </p:nvSpPr>
        <p:spPr>
          <a:xfrm>
            <a:off x="8170562" y="2836305"/>
            <a:ext cx="1362635" cy="103990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11.5 GHz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9DB5989-4822-0E11-4929-A4B234BFB41E}"/>
              </a:ext>
            </a:extLst>
          </p:cNvPr>
          <p:cNvSpPr/>
          <p:nvPr/>
        </p:nvSpPr>
        <p:spPr>
          <a:xfrm>
            <a:off x="6350726" y="2836305"/>
            <a:ext cx="1362635" cy="103990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10.5 GHz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F164280-3D87-31AB-CF26-65D68F2838E1}"/>
              </a:ext>
            </a:extLst>
          </p:cNvPr>
          <p:cNvSpPr/>
          <p:nvPr/>
        </p:nvSpPr>
        <p:spPr>
          <a:xfrm>
            <a:off x="4530891" y="2836305"/>
            <a:ext cx="1362635" cy="103990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9.5 GHz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61E3B28-8A9F-13AB-5A67-8A693E554801}"/>
              </a:ext>
            </a:extLst>
          </p:cNvPr>
          <p:cNvSpPr/>
          <p:nvPr/>
        </p:nvSpPr>
        <p:spPr>
          <a:xfrm>
            <a:off x="4073691" y="2836305"/>
            <a:ext cx="457200" cy="103990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9 GHz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31BD6A3-3193-13FF-2899-DD9B19B70946}"/>
              </a:ext>
            </a:extLst>
          </p:cNvPr>
          <p:cNvSpPr/>
          <p:nvPr/>
        </p:nvSpPr>
        <p:spPr>
          <a:xfrm>
            <a:off x="5893525" y="2836305"/>
            <a:ext cx="457201" cy="103990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10 GHz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4652129-C1A1-D8F4-4647-413A25B4EAFE}"/>
              </a:ext>
            </a:extLst>
          </p:cNvPr>
          <p:cNvSpPr/>
          <p:nvPr/>
        </p:nvSpPr>
        <p:spPr>
          <a:xfrm>
            <a:off x="7713362" y="2836305"/>
            <a:ext cx="457200" cy="103990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11 GHz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9190873-D199-0C9F-1937-CE6E80C7F62C}"/>
              </a:ext>
            </a:extLst>
          </p:cNvPr>
          <p:cNvSpPr/>
          <p:nvPr/>
        </p:nvSpPr>
        <p:spPr>
          <a:xfrm>
            <a:off x="9533197" y="2836305"/>
            <a:ext cx="440296" cy="103990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12 GHz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7F3629D-F938-DD29-0BA2-13D65AA39243}"/>
              </a:ext>
            </a:extLst>
          </p:cNvPr>
          <p:cNvSpPr/>
          <p:nvPr/>
        </p:nvSpPr>
        <p:spPr>
          <a:xfrm>
            <a:off x="2198915" y="2836306"/>
            <a:ext cx="512140" cy="103990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8 GHz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6E31B5D-855F-7D10-42F0-1B8B0103C87B}"/>
              </a:ext>
            </a:extLst>
          </p:cNvPr>
          <p:cNvSpPr txBox="1"/>
          <p:nvPr/>
        </p:nvSpPr>
        <p:spPr>
          <a:xfrm>
            <a:off x="3489959" y="751114"/>
            <a:ext cx="52120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number of bins(4) is set from the Super User inputs</a:t>
            </a:r>
          </a:p>
          <a:p>
            <a:r>
              <a:rPr lang="en-US" dirty="0"/>
              <a:t>The number of edges is 5</a:t>
            </a:r>
          </a:p>
        </p:txBody>
      </p:sp>
    </p:spTree>
    <p:extLst>
      <p:ext uri="{BB962C8B-B14F-4D97-AF65-F5344CB8AC3E}">
        <p14:creationId xmlns:p14="http://schemas.microsoft.com/office/powerpoint/2010/main" val="17914240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F085070-88AE-6A4A-85B4-0B45E9352E82}"/>
              </a:ext>
            </a:extLst>
          </p:cNvPr>
          <p:cNvSpPr/>
          <p:nvPr/>
        </p:nvSpPr>
        <p:spPr>
          <a:xfrm>
            <a:off x="2684930" y="4096871"/>
            <a:ext cx="1362635" cy="103990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8.5 GHz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02EC8E-EE53-C1AB-E975-D7266A5ADE51}"/>
              </a:ext>
            </a:extLst>
          </p:cNvPr>
          <p:cNvSpPr/>
          <p:nvPr/>
        </p:nvSpPr>
        <p:spPr>
          <a:xfrm>
            <a:off x="8144436" y="4096871"/>
            <a:ext cx="1362635" cy="103990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11.5 GHz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7424041-FF16-B2D1-7434-E744FC3925D8}"/>
              </a:ext>
            </a:extLst>
          </p:cNvPr>
          <p:cNvSpPr/>
          <p:nvPr/>
        </p:nvSpPr>
        <p:spPr>
          <a:xfrm>
            <a:off x="6324600" y="4096871"/>
            <a:ext cx="1362635" cy="103990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10.5 GHz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639FFA1-DD7B-C1B4-974F-B4217E6D8EB8}"/>
              </a:ext>
            </a:extLst>
          </p:cNvPr>
          <p:cNvSpPr/>
          <p:nvPr/>
        </p:nvSpPr>
        <p:spPr>
          <a:xfrm>
            <a:off x="4504765" y="4096871"/>
            <a:ext cx="1362635" cy="103990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9.5 GHz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6328DC7-FB26-E4A9-7327-A653C40453A9}"/>
              </a:ext>
            </a:extLst>
          </p:cNvPr>
          <p:cNvSpPr/>
          <p:nvPr/>
        </p:nvSpPr>
        <p:spPr>
          <a:xfrm>
            <a:off x="4047565" y="4096871"/>
            <a:ext cx="457200" cy="103990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9 GHz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95F1D82-E556-D40D-98E2-600E6447DD5B}"/>
              </a:ext>
            </a:extLst>
          </p:cNvPr>
          <p:cNvSpPr/>
          <p:nvPr/>
        </p:nvSpPr>
        <p:spPr>
          <a:xfrm>
            <a:off x="5867399" y="4096871"/>
            <a:ext cx="457201" cy="103990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10 GHz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50B2279-8283-4E50-2246-089F2BAF4DBA}"/>
              </a:ext>
            </a:extLst>
          </p:cNvPr>
          <p:cNvSpPr/>
          <p:nvPr/>
        </p:nvSpPr>
        <p:spPr>
          <a:xfrm>
            <a:off x="7687236" y="4096871"/>
            <a:ext cx="457200" cy="103990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11 GHz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0380FBC-CAEB-F3BC-F3F2-FEF9C344AFFE}"/>
              </a:ext>
            </a:extLst>
          </p:cNvPr>
          <p:cNvSpPr/>
          <p:nvPr/>
        </p:nvSpPr>
        <p:spPr>
          <a:xfrm>
            <a:off x="9507071" y="4096871"/>
            <a:ext cx="440296" cy="103990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12 GHz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4673057-1616-741D-B195-88AD70CD1EAF}"/>
              </a:ext>
            </a:extLst>
          </p:cNvPr>
          <p:cNvSpPr/>
          <p:nvPr/>
        </p:nvSpPr>
        <p:spPr>
          <a:xfrm>
            <a:off x="3289408" y="1397725"/>
            <a:ext cx="1188720" cy="92093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7 GHz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7B42D5F-0A7B-FC0C-2615-9828AF510669}"/>
              </a:ext>
            </a:extLst>
          </p:cNvPr>
          <p:cNvSpPr/>
          <p:nvPr/>
        </p:nvSpPr>
        <p:spPr>
          <a:xfrm>
            <a:off x="4511511" y="1397725"/>
            <a:ext cx="1188720" cy="92093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10 GHz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BE5AD69-F70C-DA33-E189-01DA525BF39D}"/>
              </a:ext>
            </a:extLst>
          </p:cNvPr>
          <p:cNvSpPr/>
          <p:nvPr/>
        </p:nvSpPr>
        <p:spPr>
          <a:xfrm>
            <a:off x="6955716" y="1397725"/>
            <a:ext cx="1188720" cy="92093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11.9 GHz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0A02E99-5FC5-9871-D380-80D532FE0C13}"/>
              </a:ext>
            </a:extLst>
          </p:cNvPr>
          <p:cNvSpPr/>
          <p:nvPr/>
        </p:nvSpPr>
        <p:spPr>
          <a:xfrm>
            <a:off x="5733614" y="1397725"/>
            <a:ext cx="1188720" cy="92093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9.2 GHz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D126ED4-2AD1-0CD8-C096-29A0693C463D}"/>
              </a:ext>
            </a:extLst>
          </p:cNvPr>
          <p:cNvSpPr/>
          <p:nvPr/>
        </p:nvSpPr>
        <p:spPr>
          <a:xfrm>
            <a:off x="2172789" y="4096872"/>
            <a:ext cx="512140" cy="103990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8 GHz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6A50120-EFDE-D5E1-3431-CF79C0E74C96}"/>
              </a:ext>
            </a:extLst>
          </p:cNvPr>
          <p:cNvCxnSpPr>
            <a:stCxn id="13" idx="2"/>
            <a:endCxn id="7" idx="0"/>
          </p:cNvCxnSpPr>
          <p:nvPr/>
        </p:nvCxnSpPr>
        <p:spPr>
          <a:xfrm>
            <a:off x="5105871" y="2318656"/>
            <a:ext cx="80212" cy="17782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5A34C77-FA48-D905-08CF-E1EBB2B57DBE}"/>
              </a:ext>
            </a:extLst>
          </p:cNvPr>
          <p:cNvCxnSpPr>
            <a:stCxn id="15" idx="2"/>
            <a:endCxn id="7" idx="0"/>
          </p:cNvCxnSpPr>
          <p:nvPr/>
        </p:nvCxnSpPr>
        <p:spPr>
          <a:xfrm flipH="1">
            <a:off x="5186083" y="2318656"/>
            <a:ext cx="1141891" cy="17782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8001A831-97C5-4739-B45C-F66BD1C0B098}"/>
              </a:ext>
            </a:extLst>
          </p:cNvPr>
          <p:cNvCxnSpPr>
            <a:stCxn id="14" idx="2"/>
            <a:endCxn id="5" idx="0"/>
          </p:cNvCxnSpPr>
          <p:nvPr/>
        </p:nvCxnSpPr>
        <p:spPr>
          <a:xfrm>
            <a:off x="7550076" y="2318656"/>
            <a:ext cx="1275678" cy="17782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&quot;Not Allowed&quot; Symbol 21">
            <a:extLst>
              <a:ext uri="{FF2B5EF4-FFF2-40B4-BE49-F238E27FC236}">
                <a16:creationId xmlns:a16="http://schemas.microsoft.com/office/drawing/2014/main" id="{8C0D0F74-3AD7-9E29-DEC8-6F8F6C136AC8}"/>
              </a:ext>
            </a:extLst>
          </p:cNvPr>
          <p:cNvSpPr/>
          <p:nvPr/>
        </p:nvSpPr>
        <p:spPr>
          <a:xfrm>
            <a:off x="3279289" y="1286691"/>
            <a:ext cx="1232222" cy="1234440"/>
          </a:xfrm>
          <a:prstGeom prst="noSmoking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99798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>
            <a:extLst>
              <a:ext uri="{FF2B5EF4-FFF2-40B4-BE49-F238E27FC236}">
                <a16:creationId xmlns:a16="http://schemas.microsoft.com/office/drawing/2014/main" id="{049B9AB9-A3B9-F34D-E9F1-62664BCA9935}"/>
              </a:ext>
            </a:extLst>
          </p:cNvPr>
          <p:cNvGrpSpPr/>
          <p:nvPr/>
        </p:nvGrpSpPr>
        <p:grpSpPr>
          <a:xfrm>
            <a:off x="155112" y="0"/>
            <a:ext cx="6765474" cy="5081356"/>
            <a:chOff x="2460567" y="502167"/>
            <a:chExt cx="6765474" cy="5081356"/>
          </a:xfrm>
        </p:grpSpPr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B597E4D6-F317-C718-7FB7-0AA69AEBF53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E6E6E6"/>
                </a:clrFrom>
                <a:clrTo>
                  <a:srgbClr val="E6E6E6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 rot="13500000">
              <a:off x="5260572" y="516703"/>
              <a:ext cx="964199" cy="935128"/>
            </a:xfrm>
            <a:prstGeom prst="rect">
              <a:avLst/>
            </a:prstGeom>
          </p:spPr>
        </p:pic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CC4B1022-579E-5CFE-F21C-4EED587E0054}"/>
                </a:ext>
              </a:extLst>
            </p:cNvPr>
            <p:cNvGrpSpPr/>
            <p:nvPr/>
          </p:nvGrpSpPr>
          <p:grpSpPr>
            <a:xfrm>
              <a:off x="2460567" y="782215"/>
              <a:ext cx="6765474" cy="4801308"/>
              <a:chOff x="2460567" y="782215"/>
              <a:chExt cx="6765474" cy="4801308"/>
            </a:xfrm>
          </p:grpSpPr>
          <p:cxnSp>
            <p:nvCxnSpPr>
              <p:cNvPr id="9" name="Straight Arrow Connector 8">
                <a:extLst>
                  <a:ext uri="{FF2B5EF4-FFF2-40B4-BE49-F238E27FC236}">
                    <a16:creationId xmlns:a16="http://schemas.microsoft.com/office/drawing/2014/main" id="{0B4A1F11-1343-3FEE-CB5B-CF7DA85B4F6D}"/>
                  </a:ext>
                </a:extLst>
              </p:cNvPr>
              <p:cNvCxnSpPr>
                <a:cxnSpLocks/>
              </p:cNvCxnSpPr>
              <p:nvPr/>
            </p:nvCxnSpPr>
            <p:spPr>
              <a:xfrm rot="360000" flipV="1">
                <a:off x="4918001" y="1892214"/>
                <a:ext cx="1521230" cy="1438102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" name="Straight Arrow Connector 4">
                <a:extLst>
                  <a:ext uri="{FF2B5EF4-FFF2-40B4-BE49-F238E27FC236}">
                    <a16:creationId xmlns:a16="http://schemas.microsoft.com/office/drawing/2014/main" id="{B3C7AF6B-958C-84E2-1FD4-489C64839F62}"/>
                  </a:ext>
                </a:extLst>
              </p:cNvPr>
              <p:cNvCxnSpPr/>
              <p:nvPr/>
            </p:nvCxnSpPr>
            <p:spPr>
              <a:xfrm>
                <a:off x="2460567" y="3225338"/>
                <a:ext cx="4946073" cy="0"/>
              </a:xfrm>
              <a:prstGeom prst="straightConnector1">
                <a:avLst/>
              </a:prstGeom>
              <a:ln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Straight Arrow Connector 6">
                <a:extLst>
                  <a:ext uri="{FF2B5EF4-FFF2-40B4-BE49-F238E27FC236}">
                    <a16:creationId xmlns:a16="http://schemas.microsoft.com/office/drawing/2014/main" id="{3D2C849B-A601-5F34-F219-03167FD584E7}"/>
                  </a:ext>
                </a:extLst>
              </p:cNvPr>
              <p:cNvCxnSpPr/>
              <p:nvPr/>
            </p:nvCxnSpPr>
            <p:spPr>
              <a:xfrm>
                <a:off x="4854632" y="1346662"/>
                <a:ext cx="0" cy="3923608"/>
              </a:xfrm>
              <a:prstGeom prst="straightConnector1">
                <a:avLst/>
              </a:prstGeom>
              <a:ln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5C05DBFA-9D79-D179-369A-4ACCE78A0B2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clrChange>
                  <a:clrFrom>
                    <a:srgbClr val="E6E6E6"/>
                  </a:clrFrom>
                  <a:clrTo>
                    <a:srgbClr val="E6E6E6">
                      <a:alpha val="0"/>
                    </a:srgbClr>
                  </a:clrTo>
                </a:clrChange>
              </a:blip>
              <a:stretch>
                <a:fillRect/>
              </a:stretch>
            </p:blipFill>
            <p:spPr>
              <a:xfrm rot="13500000">
                <a:off x="7336379" y="2207326"/>
                <a:ext cx="964199" cy="935128"/>
              </a:xfrm>
              <a:prstGeom prst="rect">
                <a:avLst/>
              </a:prstGeom>
            </p:spPr>
          </p:pic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65F25C70-60F7-45DC-F1D3-AC8688483E0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clrChange>
                  <a:clrFrom>
                    <a:srgbClr val="E6E6E6"/>
                  </a:clrFrom>
                  <a:clrTo>
                    <a:srgbClr val="E6E6E6">
                      <a:alpha val="0"/>
                    </a:srgbClr>
                  </a:clrTo>
                </a:clrChange>
              </a:blip>
              <a:stretch>
                <a:fillRect/>
              </a:stretch>
            </p:blipFill>
            <p:spPr>
              <a:xfrm rot="13500000">
                <a:off x="7318852" y="2757774"/>
                <a:ext cx="964199" cy="935128"/>
              </a:xfrm>
              <a:prstGeom prst="rect">
                <a:avLst/>
              </a:prstGeom>
            </p:spPr>
          </p:pic>
          <p:pic>
            <p:nvPicPr>
              <p:cNvPr id="18" name="Picture 17">
                <a:extLst>
                  <a:ext uri="{FF2B5EF4-FFF2-40B4-BE49-F238E27FC236}">
                    <a16:creationId xmlns:a16="http://schemas.microsoft.com/office/drawing/2014/main" id="{4133FD0C-5B88-B548-F326-F9169D255C6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clrChange>
                  <a:clrFrom>
                    <a:srgbClr val="E6E6E6"/>
                  </a:clrFrom>
                  <a:clrTo>
                    <a:srgbClr val="E6E6E6">
                      <a:alpha val="0"/>
                    </a:srgbClr>
                  </a:clrTo>
                </a:clrChange>
              </a:blip>
              <a:stretch>
                <a:fillRect/>
              </a:stretch>
            </p:blipFill>
            <p:spPr>
              <a:xfrm rot="13500000">
                <a:off x="6183758" y="4633860"/>
                <a:ext cx="964199" cy="935128"/>
              </a:xfrm>
              <a:prstGeom prst="rect">
                <a:avLst/>
              </a:prstGeom>
            </p:spPr>
          </p:pic>
          <p:pic>
            <p:nvPicPr>
              <p:cNvPr id="19" name="Picture 18">
                <a:extLst>
                  <a:ext uri="{FF2B5EF4-FFF2-40B4-BE49-F238E27FC236}">
                    <a16:creationId xmlns:a16="http://schemas.microsoft.com/office/drawing/2014/main" id="{58C28B91-1A0F-32BD-B311-52E7B11CD55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clrChange>
                  <a:clrFrom>
                    <a:srgbClr val="E6E6E6"/>
                  </a:clrFrom>
                  <a:clrTo>
                    <a:srgbClr val="E6E6E6">
                      <a:alpha val="0"/>
                    </a:srgbClr>
                  </a:clrTo>
                </a:clrChange>
              </a:blip>
              <a:stretch>
                <a:fillRect/>
              </a:stretch>
            </p:blipFill>
            <p:spPr>
              <a:xfrm rot="13500000">
                <a:off x="6199400" y="4100798"/>
                <a:ext cx="964199" cy="935128"/>
              </a:xfrm>
              <a:prstGeom prst="rect">
                <a:avLst/>
              </a:prstGeom>
            </p:spPr>
          </p:pic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6DD06D33-AB49-3EAC-F9FC-3CCB10C3B034}"/>
                  </a:ext>
                </a:extLst>
              </p:cNvPr>
              <p:cNvSpPr/>
              <p:nvPr/>
            </p:nvSpPr>
            <p:spPr>
              <a:xfrm rot="360000">
                <a:off x="4251901" y="2573198"/>
                <a:ext cx="1205459" cy="1205459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" name="Isosceles Triangle 24">
                <a:extLst>
                  <a:ext uri="{FF2B5EF4-FFF2-40B4-BE49-F238E27FC236}">
                    <a16:creationId xmlns:a16="http://schemas.microsoft.com/office/drawing/2014/main" id="{142698BB-4438-9111-283C-4C30DD0637AA}"/>
                  </a:ext>
                </a:extLst>
              </p:cNvPr>
              <p:cNvSpPr/>
              <p:nvPr/>
            </p:nvSpPr>
            <p:spPr>
              <a:xfrm rot="7507355">
                <a:off x="5143895" y="2690843"/>
                <a:ext cx="266006" cy="229316"/>
              </a:xfrm>
              <a:prstGeom prst="triangle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1418BFF2-3FA1-8451-A581-0AE3E94A4F3D}"/>
                  </a:ext>
                </a:extLst>
              </p:cNvPr>
              <p:cNvSpPr/>
              <p:nvPr/>
            </p:nvSpPr>
            <p:spPr>
              <a:xfrm rot="19223523">
                <a:off x="5232853" y="2923845"/>
                <a:ext cx="257695" cy="13300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27" name="Picture 26">
                <a:extLst>
                  <a:ext uri="{FF2B5EF4-FFF2-40B4-BE49-F238E27FC236}">
                    <a16:creationId xmlns:a16="http://schemas.microsoft.com/office/drawing/2014/main" id="{7488DEB3-0125-8DD8-AACA-56C1DF97820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clrChange>
                  <a:clrFrom>
                    <a:srgbClr val="E6E6E6"/>
                  </a:clrFrom>
                  <a:clrTo>
                    <a:srgbClr val="E6E6E6">
                      <a:alpha val="0"/>
                    </a:srgbClr>
                  </a:clrTo>
                </a:clrChange>
              </a:blip>
              <a:stretch>
                <a:fillRect/>
              </a:stretch>
            </p:blipFill>
            <p:spPr>
              <a:xfrm rot="13500000">
                <a:off x="5244930" y="1049765"/>
                <a:ext cx="964199" cy="935128"/>
              </a:xfrm>
              <a:prstGeom prst="rect">
                <a:avLst/>
              </a:prstGeom>
            </p:spPr>
          </p:pic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2C2A5E88-FB81-8A7A-8401-39E8EE17515C}"/>
                  </a:ext>
                </a:extLst>
              </p:cNvPr>
              <p:cNvSpPr txBox="1"/>
              <p:nvPr/>
            </p:nvSpPr>
            <p:spPr>
              <a:xfrm>
                <a:off x="6245755" y="782215"/>
                <a:ext cx="90120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missile</a:t>
                </a:r>
                <a:r>
                  <a:rPr lang="en-US" baseline="-25000" dirty="0"/>
                  <a:t>1</a:t>
                </a: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7D1DB84C-999B-2907-CE62-9D7CB4EE70DF}"/>
                  </a:ext>
                </a:extLst>
              </p:cNvPr>
              <p:cNvSpPr txBox="1"/>
              <p:nvPr/>
            </p:nvSpPr>
            <p:spPr>
              <a:xfrm>
                <a:off x="6241055" y="1299431"/>
                <a:ext cx="90120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missile</a:t>
                </a:r>
                <a:r>
                  <a:rPr lang="en-US" baseline="-25000" dirty="0"/>
                  <a:t>2</a:t>
                </a:r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3F85CFC9-7633-9D20-0615-A67A3F8CF729}"/>
                  </a:ext>
                </a:extLst>
              </p:cNvPr>
              <p:cNvSpPr txBox="1"/>
              <p:nvPr/>
            </p:nvSpPr>
            <p:spPr>
              <a:xfrm>
                <a:off x="8324832" y="2490224"/>
                <a:ext cx="90120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missile</a:t>
                </a:r>
                <a:r>
                  <a:rPr lang="en-US" baseline="-25000" dirty="0"/>
                  <a:t>3</a:t>
                </a:r>
              </a:p>
            </p:txBody>
          </p: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247BA0E6-4568-0D7E-2D37-EE93EC6E02A0}"/>
                  </a:ext>
                </a:extLst>
              </p:cNvPr>
              <p:cNvSpPr txBox="1"/>
              <p:nvPr/>
            </p:nvSpPr>
            <p:spPr>
              <a:xfrm>
                <a:off x="8324832" y="2977070"/>
                <a:ext cx="90120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missile</a:t>
                </a:r>
                <a:r>
                  <a:rPr lang="en-US" baseline="-25000" dirty="0"/>
                  <a:t>4</a:t>
                </a:r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EAC1B5E0-9C9B-B05D-35DA-AAEBEDD333B8}"/>
                  </a:ext>
                </a:extLst>
              </p:cNvPr>
              <p:cNvSpPr txBox="1"/>
              <p:nvPr/>
            </p:nvSpPr>
            <p:spPr>
              <a:xfrm>
                <a:off x="7129437" y="4347187"/>
                <a:ext cx="90120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missile</a:t>
                </a:r>
                <a:r>
                  <a:rPr lang="en-US" baseline="-25000" dirty="0"/>
                  <a:t>5</a:t>
                </a:r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72EC010A-2B46-2B8F-6924-CBE2C24BA9F5}"/>
                  </a:ext>
                </a:extLst>
              </p:cNvPr>
              <p:cNvSpPr txBox="1"/>
              <p:nvPr/>
            </p:nvSpPr>
            <p:spPr>
              <a:xfrm>
                <a:off x="7146964" y="4864403"/>
                <a:ext cx="90120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missile</a:t>
                </a:r>
                <a:r>
                  <a:rPr lang="en-US" baseline="-25000" dirty="0"/>
                  <a:t>6</a:t>
                </a:r>
              </a:p>
            </p:txBody>
          </p:sp>
        </p:grpSp>
      </p:grp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172BAD2B-AAEA-1A04-101D-402A92FC0644}"/>
              </a:ext>
            </a:extLst>
          </p:cNvPr>
          <p:cNvCxnSpPr>
            <a:cxnSpLocks/>
          </p:cNvCxnSpPr>
          <p:nvPr/>
        </p:nvCxnSpPr>
        <p:spPr>
          <a:xfrm>
            <a:off x="2801141" y="6361889"/>
            <a:ext cx="834675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1B8A27B8-763C-6295-4141-A3F7DFB91554}"/>
              </a:ext>
            </a:extLst>
          </p:cNvPr>
          <p:cNvCxnSpPr>
            <a:cxnSpLocks/>
          </p:cNvCxnSpPr>
          <p:nvPr/>
        </p:nvCxnSpPr>
        <p:spPr>
          <a:xfrm flipV="1">
            <a:off x="4204771" y="5749047"/>
            <a:ext cx="0" cy="6128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F480A586-46E1-9D21-DEF2-F52710CB369B}"/>
              </a:ext>
            </a:extLst>
          </p:cNvPr>
          <p:cNvCxnSpPr>
            <a:cxnSpLocks/>
          </p:cNvCxnSpPr>
          <p:nvPr/>
        </p:nvCxnSpPr>
        <p:spPr>
          <a:xfrm flipV="1">
            <a:off x="4532269" y="5749047"/>
            <a:ext cx="0" cy="6128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BC23B04B-427E-33ED-1D60-922CDFF1521E}"/>
              </a:ext>
            </a:extLst>
          </p:cNvPr>
          <p:cNvCxnSpPr>
            <a:cxnSpLocks/>
          </p:cNvCxnSpPr>
          <p:nvPr/>
        </p:nvCxnSpPr>
        <p:spPr>
          <a:xfrm flipV="1">
            <a:off x="6148148" y="5749047"/>
            <a:ext cx="0" cy="6128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4F167710-4474-7C1A-0D3F-F54698D85AE7}"/>
              </a:ext>
            </a:extLst>
          </p:cNvPr>
          <p:cNvCxnSpPr>
            <a:cxnSpLocks/>
          </p:cNvCxnSpPr>
          <p:nvPr/>
        </p:nvCxnSpPr>
        <p:spPr>
          <a:xfrm flipV="1">
            <a:off x="6475646" y="5749047"/>
            <a:ext cx="0" cy="6128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24F9EB2E-2E7D-A162-5E4E-AC5C02D8F883}"/>
              </a:ext>
            </a:extLst>
          </p:cNvPr>
          <p:cNvCxnSpPr>
            <a:cxnSpLocks/>
          </p:cNvCxnSpPr>
          <p:nvPr/>
        </p:nvCxnSpPr>
        <p:spPr>
          <a:xfrm flipV="1">
            <a:off x="9960303" y="5740941"/>
            <a:ext cx="0" cy="6128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23DB8FFD-2525-653C-8646-3BF4938BF26B}"/>
              </a:ext>
            </a:extLst>
          </p:cNvPr>
          <p:cNvCxnSpPr>
            <a:cxnSpLocks/>
          </p:cNvCxnSpPr>
          <p:nvPr/>
        </p:nvCxnSpPr>
        <p:spPr>
          <a:xfrm flipV="1">
            <a:off x="10287801" y="5740941"/>
            <a:ext cx="0" cy="6128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A81C9212-784C-2B6E-A77C-3590D9F003ED}"/>
              </a:ext>
            </a:extLst>
          </p:cNvPr>
          <p:cNvCxnSpPr>
            <a:cxnSpLocks/>
          </p:cNvCxnSpPr>
          <p:nvPr/>
        </p:nvCxnSpPr>
        <p:spPr>
          <a:xfrm>
            <a:off x="10632332" y="5184843"/>
            <a:ext cx="0" cy="11689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470DD1CA-7A92-F24C-54D3-66E3CC00EC14}"/>
              </a:ext>
            </a:extLst>
          </p:cNvPr>
          <p:cNvCxnSpPr>
            <a:cxnSpLocks/>
          </p:cNvCxnSpPr>
          <p:nvPr/>
        </p:nvCxnSpPr>
        <p:spPr>
          <a:xfrm>
            <a:off x="3056245" y="5270771"/>
            <a:ext cx="0" cy="10992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224BCB50-CFDA-1379-61D0-A5A1E2DBBBFD}"/>
              </a:ext>
            </a:extLst>
          </p:cNvPr>
          <p:cNvCxnSpPr/>
          <p:nvPr/>
        </p:nvCxnSpPr>
        <p:spPr>
          <a:xfrm>
            <a:off x="3056245" y="6554661"/>
            <a:ext cx="7498266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3195C493-8EC0-4AAC-E193-61332E72D576}"/>
              </a:ext>
            </a:extLst>
          </p:cNvPr>
          <p:cNvSpPr txBox="1"/>
          <p:nvPr/>
        </p:nvSpPr>
        <p:spPr>
          <a:xfrm>
            <a:off x="5821703" y="6369995"/>
            <a:ext cx="1152816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Rotation 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086B85E-AC85-CCFE-1A2B-A7CCCFD4EB7D}"/>
              </a:ext>
            </a:extLst>
          </p:cNvPr>
          <p:cNvSpPr txBox="1"/>
          <p:nvPr/>
        </p:nvSpPr>
        <p:spPr>
          <a:xfrm>
            <a:off x="3991416" y="5392404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</a:t>
            </a:r>
            <a:r>
              <a:rPr lang="en-US" baseline="-25000" dirty="0"/>
              <a:t>3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E49C9C3-0B0E-6C17-6F7A-9B22C2A5B464}"/>
              </a:ext>
            </a:extLst>
          </p:cNvPr>
          <p:cNvSpPr txBox="1"/>
          <p:nvPr/>
        </p:nvSpPr>
        <p:spPr>
          <a:xfrm>
            <a:off x="4360402" y="5399981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</a:t>
            </a:r>
            <a:r>
              <a:rPr lang="en-US" baseline="-25000" dirty="0"/>
              <a:t>4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AF6A669-7538-B618-2968-8B1B06913AD9}"/>
              </a:ext>
            </a:extLst>
          </p:cNvPr>
          <p:cNvSpPr txBox="1"/>
          <p:nvPr/>
        </p:nvSpPr>
        <p:spPr>
          <a:xfrm>
            <a:off x="5915853" y="5424461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</a:t>
            </a:r>
            <a:r>
              <a:rPr lang="en-US" baseline="-25000" dirty="0"/>
              <a:t>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D3E3297-4463-7614-9132-17E41C920456}"/>
              </a:ext>
            </a:extLst>
          </p:cNvPr>
          <p:cNvSpPr txBox="1"/>
          <p:nvPr/>
        </p:nvSpPr>
        <p:spPr>
          <a:xfrm>
            <a:off x="6303381" y="5424461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</a:t>
            </a:r>
            <a:r>
              <a:rPr lang="en-US" baseline="-25000" dirty="0"/>
              <a:t>6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ADDA5DA-C137-732B-0077-9F40D85D1C16}"/>
              </a:ext>
            </a:extLst>
          </p:cNvPr>
          <p:cNvSpPr txBox="1"/>
          <p:nvPr/>
        </p:nvSpPr>
        <p:spPr>
          <a:xfrm>
            <a:off x="9719425" y="5379715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</a:t>
            </a:r>
            <a:r>
              <a:rPr lang="en-US" baseline="-25000" dirty="0"/>
              <a:t>1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D302688C-0966-632A-9673-0400AF9B5EEE}"/>
              </a:ext>
            </a:extLst>
          </p:cNvPr>
          <p:cNvSpPr txBox="1"/>
          <p:nvPr/>
        </p:nvSpPr>
        <p:spPr>
          <a:xfrm>
            <a:off x="10106953" y="5379715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</a:t>
            </a:r>
            <a:r>
              <a:rPr lang="en-US" baseline="-25000" dirty="0"/>
              <a:t>2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D7EE1A39-DBDA-B209-D599-BD0B9B595A6F}"/>
              </a:ext>
            </a:extLst>
          </p:cNvPr>
          <p:cNvSpPr txBox="1"/>
          <p:nvPr/>
        </p:nvSpPr>
        <p:spPr>
          <a:xfrm>
            <a:off x="3119616" y="6294798"/>
            <a:ext cx="6142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time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689B3893-5D9D-5554-C276-E0320DD0DBD1}"/>
              </a:ext>
            </a:extLst>
          </p:cNvPr>
          <p:cNvSpPr/>
          <p:nvPr/>
        </p:nvSpPr>
        <p:spPr>
          <a:xfrm>
            <a:off x="6303381" y="5424461"/>
            <a:ext cx="3269393" cy="92932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C2CF8047-C185-A79D-CCE0-4C5610623050}"/>
              </a:ext>
            </a:extLst>
          </p:cNvPr>
          <p:cNvSpPr/>
          <p:nvPr/>
        </p:nvSpPr>
        <p:spPr>
          <a:xfrm>
            <a:off x="10169171" y="5424461"/>
            <a:ext cx="1862220" cy="92932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5519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4803A073-624F-8B56-7DAC-FB5C96FFFE4B}"/>
              </a:ext>
            </a:extLst>
          </p:cNvPr>
          <p:cNvCxnSpPr>
            <a:cxnSpLocks/>
          </p:cNvCxnSpPr>
          <p:nvPr/>
        </p:nvCxnSpPr>
        <p:spPr>
          <a:xfrm>
            <a:off x="1628834" y="3259181"/>
            <a:ext cx="834675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2C3B33C-C6CB-EA93-8357-DC92E0F16BC1}"/>
              </a:ext>
            </a:extLst>
          </p:cNvPr>
          <p:cNvCxnSpPr>
            <a:cxnSpLocks/>
          </p:cNvCxnSpPr>
          <p:nvPr/>
        </p:nvCxnSpPr>
        <p:spPr>
          <a:xfrm>
            <a:off x="1883938" y="2168063"/>
            <a:ext cx="0" cy="10992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DAE843D-E3D5-85DB-88A2-BC13EC736A83}"/>
              </a:ext>
            </a:extLst>
          </p:cNvPr>
          <p:cNvCxnSpPr>
            <a:cxnSpLocks/>
          </p:cNvCxnSpPr>
          <p:nvPr/>
        </p:nvCxnSpPr>
        <p:spPr>
          <a:xfrm>
            <a:off x="1923015" y="3451953"/>
            <a:ext cx="2617723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3687DF7A-071F-A54E-E68E-DAB43BD02D32}"/>
              </a:ext>
            </a:extLst>
          </p:cNvPr>
          <p:cNvSpPr txBox="1"/>
          <p:nvPr/>
        </p:nvSpPr>
        <p:spPr>
          <a:xfrm>
            <a:off x="2806854" y="3346568"/>
            <a:ext cx="756195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200" dirty="0"/>
              <a:t>Jamming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018A598-FF6F-2FE8-5E9E-010C601C8C1C}"/>
              </a:ext>
            </a:extLst>
          </p:cNvPr>
          <p:cNvCxnSpPr>
            <a:cxnSpLocks/>
          </p:cNvCxnSpPr>
          <p:nvPr/>
        </p:nvCxnSpPr>
        <p:spPr>
          <a:xfrm>
            <a:off x="4501165" y="3451953"/>
            <a:ext cx="1016497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7C03C932-B683-A016-9AFF-1C92A8DA4020}"/>
              </a:ext>
            </a:extLst>
          </p:cNvPr>
          <p:cNvSpPr txBox="1"/>
          <p:nvPr/>
        </p:nvSpPr>
        <p:spPr>
          <a:xfrm>
            <a:off x="4696501" y="3346569"/>
            <a:ext cx="556904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200" dirty="0"/>
              <a:t>Listen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3AC587DC-3185-D914-555A-33BDB7ED122F}"/>
              </a:ext>
            </a:extLst>
          </p:cNvPr>
          <p:cNvCxnSpPr>
            <a:cxnSpLocks/>
          </p:cNvCxnSpPr>
          <p:nvPr/>
        </p:nvCxnSpPr>
        <p:spPr>
          <a:xfrm>
            <a:off x="5555542" y="3451989"/>
            <a:ext cx="2617723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748D1A2E-57E9-41F3-0011-26C208E09373}"/>
              </a:ext>
            </a:extLst>
          </p:cNvPr>
          <p:cNvSpPr txBox="1"/>
          <p:nvPr/>
        </p:nvSpPr>
        <p:spPr>
          <a:xfrm>
            <a:off x="6439381" y="3346604"/>
            <a:ext cx="756195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200" dirty="0"/>
              <a:t>Jamming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EFCEC137-08CF-4148-0E79-13A376C30777}"/>
              </a:ext>
            </a:extLst>
          </p:cNvPr>
          <p:cNvCxnSpPr>
            <a:cxnSpLocks/>
          </p:cNvCxnSpPr>
          <p:nvPr/>
        </p:nvCxnSpPr>
        <p:spPr>
          <a:xfrm>
            <a:off x="8133692" y="3451989"/>
            <a:ext cx="1016497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2CCA477E-CED5-7E34-E9EE-4063213D95B1}"/>
              </a:ext>
            </a:extLst>
          </p:cNvPr>
          <p:cNvSpPr txBox="1"/>
          <p:nvPr/>
        </p:nvSpPr>
        <p:spPr>
          <a:xfrm>
            <a:off x="8329028" y="3346605"/>
            <a:ext cx="556904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200" dirty="0"/>
              <a:t>Listen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34D46C9-FDFC-D61F-E40B-4296BE81041A}"/>
              </a:ext>
            </a:extLst>
          </p:cNvPr>
          <p:cNvSpPr txBox="1"/>
          <p:nvPr/>
        </p:nvSpPr>
        <p:spPr>
          <a:xfrm rot="16200000">
            <a:off x="918946" y="2077517"/>
            <a:ext cx="17197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SPDW start time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2D33E08-E53E-5B9C-A117-644CC4F7EAE5}"/>
              </a:ext>
            </a:extLst>
          </p:cNvPr>
          <p:cNvSpPr txBox="1"/>
          <p:nvPr/>
        </p:nvSpPr>
        <p:spPr>
          <a:xfrm>
            <a:off x="2371993" y="2846156"/>
            <a:ext cx="16092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SPDW duration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5BF454D8-FC24-82FE-8E11-1A9BAE887890}"/>
              </a:ext>
            </a:extLst>
          </p:cNvPr>
          <p:cNvCxnSpPr>
            <a:cxnSpLocks/>
          </p:cNvCxnSpPr>
          <p:nvPr/>
        </p:nvCxnSpPr>
        <p:spPr>
          <a:xfrm>
            <a:off x="1628834" y="5878042"/>
            <a:ext cx="834675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B74279FC-B382-FEDF-70E0-E353B91E5F01}"/>
              </a:ext>
            </a:extLst>
          </p:cNvPr>
          <p:cNvCxnSpPr>
            <a:cxnSpLocks/>
          </p:cNvCxnSpPr>
          <p:nvPr/>
        </p:nvCxnSpPr>
        <p:spPr>
          <a:xfrm>
            <a:off x="1883938" y="4786924"/>
            <a:ext cx="0" cy="10992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8904D267-DD98-81D2-B336-F60EB9EC0B50}"/>
              </a:ext>
            </a:extLst>
          </p:cNvPr>
          <p:cNvCxnSpPr>
            <a:cxnSpLocks/>
          </p:cNvCxnSpPr>
          <p:nvPr/>
        </p:nvCxnSpPr>
        <p:spPr>
          <a:xfrm>
            <a:off x="1923015" y="6070814"/>
            <a:ext cx="2617723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14C971DA-6AA0-8AF7-A712-11DB69E4D901}"/>
              </a:ext>
            </a:extLst>
          </p:cNvPr>
          <p:cNvSpPr txBox="1"/>
          <p:nvPr/>
        </p:nvSpPr>
        <p:spPr>
          <a:xfrm>
            <a:off x="2806854" y="5965429"/>
            <a:ext cx="756195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200" dirty="0"/>
              <a:t>Jamming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C10AE438-200A-72B6-3059-72CFB030DC4E}"/>
              </a:ext>
            </a:extLst>
          </p:cNvPr>
          <p:cNvCxnSpPr>
            <a:cxnSpLocks/>
          </p:cNvCxnSpPr>
          <p:nvPr/>
        </p:nvCxnSpPr>
        <p:spPr>
          <a:xfrm>
            <a:off x="4501165" y="6070814"/>
            <a:ext cx="1016497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C144CCBA-6D4A-684D-0105-92B3E186A104}"/>
              </a:ext>
            </a:extLst>
          </p:cNvPr>
          <p:cNvSpPr txBox="1"/>
          <p:nvPr/>
        </p:nvSpPr>
        <p:spPr>
          <a:xfrm>
            <a:off x="4696501" y="5965430"/>
            <a:ext cx="556904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200" dirty="0"/>
              <a:t>Listen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7761EE5D-9F4E-FBAF-7AD5-F46A5D2E1D88}"/>
              </a:ext>
            </a:extLst>
          </p:cNvPr>
          <p:cNvCxnSpPr>
            <a:cxnSpLocks/>
          </p:cNvCxnSpPr>
          <p:nvPr/>
        </p:nvCxnSpPr>
        <p:spPr>
          <a:xfrm>
            <a:off x="5555542" y="6070850"/>
            <a:ext cx="2617723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D118FFD4-0126-EBB1-470E-856BF5BC8E4D}"/>
              </a:ext>
            </a:extLst>
          </p:cNvPr>
          <p:cNvSpPr txBox="1"/>
          <p:nvPr/>
        </p:nvSpPr>
        <p:spPr>
          <a:xfrm>
            <a:off x="6439381" y="5965465"/>
            <a:ext cx="756195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200" dirty="0"/>
              <a:t>Jamming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83F87D30-82B0-8FBB-CEF5-DA3462DE6DD4}"/>
              </a:ext>
            </a:extLst>
          </p:cNvPr>
          <p:cNvCxnSpPr>
            <a:cxnSpLocks/>
          </p:cNvCxnSpPr>
          <p:nvPr/>
        </p:nvCxnSpPr>
        <p:spPr>
          <a:xfrm>
            <a:off x="8133692" y="6070850"/>
            <a:ext cx="1016497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CFE12D6B-7CE3-5B6A-CCBE-FC68F5D95311}"/>
              </a:ext>
            </a:extLst>
          </p:cNvPr>
          <p:cNvSpPr txBox="1"/>
          <p:nvPr/>
        </p:nvSpPr>
        <p:spPr>
          <a:xfrm>
            <a:off x="8329028" y="5965466"/>
            <a:ext cx="556904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200" dirty="0"/>
              <a:t>Listen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F49A21B-0924-866A-057E-C1F5A9CA5B60}"/>
              </a:ext>
            </a:extLst>
          </p:cNvPr>
          <p:cNvSpPr txBox="1"/>
          <p:nvPr/>
        </p:nvSpPr>
        <p:spPr>
          <a:xfrm rot="16200000">
            <a:off x="918946" y="4696378"/>
            <a:ext cx="17197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SPDW start time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60C789E-2F70-E41C-D226-09BCD1D9EF63}"/>
              </a:ext>
            </a:extLst>
          </p:cNvPr>
          <p:cNvSpPr txBox="1"/>
          <p:nvPr/>
        </p:nvSpPr>
        <p:spPr>
          <a:xfrm>
            <a:off x="1901208" y="5005366"/>
            <a:ext cx="68783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SPDW duration</a:t>
            </a:r>
          </a:p>
          <a:p>
            <a:r>
              <a:rPr lang="en-US" sz="800" dirty="0"/>
              <a:t>Based on </a:t>
            </a:r>
            <a:r>
              <a:rPr lang="en-US" sz="800" dirty="0" err="1"/>
              <a:t>pulsewidth</a:t>
            </a:r>
            <a:r>
              <a:rPr lang="en-US" sz="800" dirty="0"/>
              <a:t>?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483C0BCD-C151-F95D-EEFB-C35B8CAC5393}"/>
              </a:ext>
            </a:extLst>
          </p:cNvPr>
          <p:cNvCxnSpPr>
            <a:cxnSpLocks/>
          </p:cNvCxnSpPr>
          <p:nvPr/>
        </p:nvCxnSpPr>
        <p:spPr>
          <a:xfrm>
            <a:off x="5584155" y="2168063"/>
            <a:ext cx="0" cy="10992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DF8CAF1D-81CF-8901-1F68-4E346BB09745}"/>
              </a:ext>
            </a:extLst>
          </p:cNvPr>
          <p:cNvSpPr txBox="1"/>
          <p:nvPr/>
        </p:nvSpPr>
        <p:spPr>
          <a:xfrm rot="16200000">
            <a:off x="4619163" y="2077517"/>
            <a:ext cx="17197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SPDW start time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5296B30-FA77-F19C-FAA0-C5799FC97813}"/>
              </a:ext>
            </a:extLst>
          </p:cNvPr>
          <p:cNvSpPr txBox="1"/>
          <p:nvPr/>
        </p:nvSpPr>
        <p:spPr>
          <a:xfrm>
            <a:off x="6072210" y="2846156"/>
            <a:ext cx="16092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SPDW duration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AF8E6110-DDD3-1E2E-B844-DD6259949FB9}"/>
              </a:ext>
            </a:extLst>
          </p:cNvPr>
          <p:cNvCxnSpPr>
            <a:cxnSpLocks/>
          </p:cNvCxnSpPr>
          <p:nvPr/>
        </p:nvCxnSpPr>
        <p:spPr>
          <a:xfrm>
            <a:off x="2779870" y="4786924"/>
            <a:ext cx="0" cy="10992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89716CD4-AF75-D8A6-E81D-895A38200006}"/>
              </a:ext>
            </a:extLst>
          </p:cNvPr>
          <p:cNvSpPr txBox="1"/>
          <p:nvPr/>
        </p:nvSpPr>
        <p:spPr>
          <a:xfrm rot="16200000">
            <a:off x="1814878" y="4696378"/>
            <a:ext cx="17197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SPDW start time</a:t>
            </a: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331EDC98-32C1-5A3E-8851-337BB7ECBAAA}"/>
              </a:ext>
            </a:extLst>
          </p:cNvPr>
          <p:cNvCxnSpPr>
            <a:cxnSpLocks/>
          </p:cNvCxnSpPr>
          <p:nvPr/>
        </p:nvCxnSpPr>
        <p:spPr>
          <a:xfrm>
            <a:off x="3712462" y="4764113"/>
            <a:ext cx="0" cy="10992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2ECED591-2CEC-71C5-2FD8-1796681F6448}"/>
              </a:ext>
            </a:extLst>
          </p:cNvPr>
          <p:cNvSpPr txBox="1"/>
          <p:nvPr/>
        </p:nvSpPr>
        <p:spPr>
          <a:xfrm rot="16200000">
            <a:off x="2747470" y="4673567"/>
            <a:ext cx="17197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SPDW start time</a:t>
            </a: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52A9A2CB-4948-95D2-7286-A12ABDC7FC7C}"/>
              </a:ext>
            </a:extLst>
          </p:cNvPr>
          <p:cNvCxnSpPr>
            <a:cxnSpLocks/>
          </p:cNvCxnSpPr>
          <p:nvPr/>
        </p:nvCxnSpPr>
        <p:spPr>
          <a:xfrm>
            <a:off x="5587082" y="4786924"/>
            <a:ext cx="0" cy="10992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0C7B01E4-FAA1-A890-1F7C-3C88FFE7E317}"/>
              </a:ext>
            </a:extLst>
          </p:cNvPr>
          <p:cNvSpPr txBox="1"/>
          <p:nvPr/>
        </p:nvSpPr>
        <p:spPr>
          <a:xfrm rot="16200000">
            <a:off x="4622090" y="4696378"/>
            <a:ext cx="17197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SPDW start time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031F799C-5354-D374-1501-D39FE1819453}"/>
              </a:ext>
            </a:extLst>
          </p:cNvPr>
          <p:cNvCxnSpPr>
            <a:cxnSpLocks/>
          </p:cNvCxnSpPr>
          <p:nvPr/>
        </p:nvCxnSpPr>
        <p:spPr>
          <a:xfrm>
            <a:off x="6483014" y="4786924"/>
            <a:ext cx="0" cy="10992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214A18E0-0BA2-A0C7-EA36-A57F7B00284B}"/>
              </a:ext>
            </a:extLst>
          </p:cNvPr>
          <p:cNvSpPr txBox="1"/>
          <p:nvPr/>
        </p:nvSpPr>
        <p:spPr>
          <a:xfrm rot="16200000">
            <a:off x="5518022" y="4696378"/>
            <a:ext cx="17197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SPDW start time</a:t>
            </a:r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EECCE778-527B-177D-7A07-8704B0773BE2}"/>
              </a:ext>
            </a:extLst>
          </p:cNvPr>
          <p:cNvCxnSpPr>
            <a:cxnSpLocks/>
          </p:cNvCxnSpPr>
          <p:nvPr/>
        </p:nvCxnSpPr>
        <p:spPr>
          <a:xfrm>
            <a:off x="7415606" y="4764113"/>
            <a:ext cx="0" cy="10992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582CC6A9-786A-1407-7AA0-47F63B127165}"/>
              </a:ext>
            </a:extLst>
          </p:cNvPr>
          <p:cNvSpPr txBox="1"/>
          <p:nvPr/>
        </p:nvSpPr>
        <p:spPr>
          <a:xfrm>
            <a:off x="2502033" y="3572175"/>
            <a:ext cx="187163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err="1"/>
              <a:t>Jam_on_time_length</a:t>
            </a:r>
            <a:r>
              <a:rPr lang="en-US" sz="1100" dirty="0"/>
              <a:t>_ ?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19DDCE9-C6BD-659B-5671-8ECAA0AFC83F}"/>
              </a:ext>
            </a:extLst>
          </p:cNvPr>
          <p:cNvSpPr txBox="1"/>
          <p:nvPr/>
        </p:nvSpPr>
        <p:spPr>
          <a:xfrm>
            <a:off x="2859426" y="4959782"/>
            <a:ext cx="68783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SPDW duration</a:t>
            </a:r>
          </a:p>
          <a:p>
            <a:r>
              <a:rPr lang="en-US" sz="800" dirty="0"/>
              <a:t>Based on </a:t>
            </a:r>
            <a:r>
              <a:rPr lang="en-US" sz="800" dirty="0" err="1"/>
              <a:t>pulsewidth</a:t>
            </a:r>
            <a:r>
              <a:rPr lang="en-US" sz="800" dirty="0"/>
              <a:t>?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52EAA3B-BDED-9937-FCD5-12B565880559}"/>
              </a:ext>
            </a:extLst>
          </p:cNvPr>
          <p:cNvSpPr txBox="1"/>
          <p:nvPr/>
        </p:nvSpPr>
        <p:spPr>
          <a:xfrm>
            <a:off x="3750413" y="4982593"/>
            <a:ext cx="68783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SPDW duration</a:t>
            </a:r>
          </a:p>
          <a:p>
            <a:r>
              <a:rPr lang="en-US" sz="800" dirty="0"/>
              <a:t>Based on </a:t>
            </a:r>
            <a:r>
              <a:rPr lang="en-US" sz="800" dirty="0" err="1"/>
              <a:t>pulsewidth</a:t>
            </a:r>
            <a:r>
              <a:rPr lang="en-US" sz="800" dirty="0"/>
              <a:t>?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0E6C7C5-532C-39E9-62AD-E406D39F9354}"/>
              </a:ext>
            </a:extLst>
          </p:cNvPr>
          <p:cNvSpPr txBox="1"/>
          <p:nvPr/>
        </p:nvSpPr>
        <p:spPr>
          <a:xfrm>
            <a:off x="5650293" y="4982593"/>
            <a:ext cx="68783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SPDW duration</a:t>
            </a:r>
          </a:p>
          <a:p>
            <a:r>
              <a:rPr lang="en-US" sz="800" dirty="0"/>
              <a:t>Based on </a:t>
            </a:r>
            <a:r>
              <a:rPr lang="en-US" sz="800" dirty="0" err="1"/>
              <a:t>pulsewidth</a:t>
            </a:r>
            <a:r>
              <a:rPr lang="en-US" sz="800" dirty="0"/>
              <a:t>?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B06C74F-BE58-B4EE-7C77-205F86CE836B}"/>
              </a:ext>
            </a:extLst>
          </p:cNvPr>
          <p:cNvSpPr txBox="1"/>
          <p:nvPr/>
        </p:nvSpPr>
        <p:spPr>
          <a:xfrm>
            <a:off x="6552219" y="4977348"/>
            <a:ext cx="68783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SPDW duration</a:t>
            </a:r>
          </a:p>
          <a:p>
            <a:r>
              <a:rPr lang="en-US" sz="800" dirty="0"/>
              <a:t>Based on </a:t>
            </a:r>
            <a:r>
              <a:rPr lang="en-US" sz="800" dirty="0" err="1"/>
              <a:t>pulsewidth</a:t>
            </a:r>
            <a:r>
              <a:rPr lang="en-US" sz="800" dirty="0"/>
              <a:t>?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166724F2-7ECD-C69B-FBCC-596F30CCCF99}"/>
              </a:ext>
            </a:extLst>
          </p:cNvPr>
          <p:cNvSpPr txBox="1"/>
          <p:nvPr/>
        </p:nvSpPr>
        <p:spPr>
          <a:xfrm>
            <a:off x="7578705" y="4933654"/>
            <a:ext cx="68783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SPDW duration</a:t>
            </a:r>
          </a:p>
          <a:p>
            <a:r>
              <a:rPr lang="en-US" sz="800" dirty="0"/>
              <a:t>Based on </a:t>
            </a:r>
            <a:r>
              <a:rPr lang="en-US" sz="800" dirty="0" err="1"/>
              <a:t>pulsewidth</a:t>
            </a:r>
            <a:r>
              <a:rPr lang="en-US" sz="800" dirty="0"/>
              <a:t>?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BF525D8-4B33-C0FE-4633-2244551D4781}"/>
              </a:ext>
            </a:extLst>
          </p:cNvPr>
          <p:cNvSpPr txBox="1"/>
          <p:nvPr/>
        </p:nvSpPr>
        <p:spPr>
          <a:xfrm rot="16200000">
            <a:off x="6439507" y="4868224"/>
            <a:ext cx="17197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SPDW start time</a:t>
            </a:r>
          </a:p>
        </p:txBody>
      </p:sp>
    </p:spTree>
    <p:extLst>
      <p:ext uri="{BB962C8B-B14F-4D97-AF65-F5344CB8AC3E}">
        <p14:creationId xmlns:p14="http://schemas.microsoft.com/office/powerpoint/2010/main" val="29259410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3ACCB42-B111-F2D7-FC42-B3195F2A2A70}"/>
              </a:ext>
            </a:extLst>
          </p:cNvPr>
          <p:cNvSpPr txBox="1"/>
          <p:nvPr/>
        </p:nvSpPr>
        <p:spPr>
          <a:xfrm>
            <a:off x="4139921" y="3429000"/>
            <a:ext cx="215475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Placeholder</a:t>
            </a:r>
          </a:p>
        </p:txBody>
      </p:sp>
    </p:spTree>
    <p:extLst>
      <p:ext uri="{BB962C8B-B14F-4D97-AF65-F5344CB8AC3E}">
        <p14:creationId xmlns:p14="http://schemas.microsoft.com/office/powerpoint/2010/main" val="14691071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DCDA30-D0B0-1EA1-3E7B-0215BA34F0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C4DDED-0DE0-69AA-EE2F-5DCBC9F5EE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Additional information on timing and sliding azimuth</a:t>
            </a:r>
          </a:p>
        </p:txBody>
      </p:sp>
    </p:spTree>
    <p:extLst>
      <p:ext uri="{BB962C8B-B14F-4D97-AF65-F5344CB8AC3E}">
        <p14:creationId xmlns:p14="http://schemas.microsoft.com/office/powerpoint/2010/main" val="42703941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CE649BA-1214-2556-F5D1-91B947B342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0680" y="0"/>
            <a:ext cx="8570639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340D7BB-021E-0EE1-195F-190ADC99D856}"/>
              </a:ext>
            </a:extLst>
          </p:cNvPr>
          <p:cNvSpPr/>
          <p:nvPr/>
        </p:nvSpPr>
        <p:spPr>
          <a:xfrm>
            <a:off x="2090110" y="4396902"/>
            <a:ext cx="2120630" cy="136187"/>
          </a:xfrm>
          <a:prstGeom prst="rect">
            <a:avLst/>
          </a:prstGeom>
          <a:solidFill>
            <a:srgbClr val="FF0000">
              <a:alpha val="22000"/>
            </a:srgbClr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Graphic 7" descr="Arrow: Clockwise curve with solid fill">
            <a:extLst>
              <a:ext uri="{FF2B5EF4-FFF2-40B4-BE49-F238E27FC236}">
                <a16:creationId xmlns:a16="http://schemas.microsoft.com/office/drawing/2014/main" id="{B3ABEBB1-F1BA-80A8-8E64-811FF53CFD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1553917" flipH="1">
            <a:off x="2963693" y="5238344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01620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76e62d15-af47-45fd-a7ff-c37c57f51f85" xsi:nil="true"/>
    <lcf76f155ced4ddcb4097134ff3c332f xmlns="6f7e6f2d-fb72-4320-b062-8eff4550664a">
      <Terms xmlns="http://schemas.microsoft.com/office/infopath/2007/PartnerControls"/>
    </lcf76f155ced4ddcb4097134ff3c332f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3EF913E98EEA04B844F06B34CE4E1B0" ma:contentTypeVersion="14" ma:contentTypeDescription="Create a new document." ma:contentTypeScope="" ma:versionID="dd67386636d6b7f51aafdb4a82fec1fb">
  <xsd:schema xmlns:xsd="http://www.w3.org/2001/XMLSchema" xmlns:xs="http://www.w3.org/2001/XMLSchema" xmlns:p="http://schemas.microsoft.com/office/2006/metadata/properties" xmlns:ns1="http://schemas.microsoft.com/sharepoint/v3" xmlns:ns2="6f7e6f2d-fb72-4320-b062-8eff4550664a" xmlns:ns3="76e62d15-af47-45fd-a7ff-c37c57f51f85" targetNamespace="http://schemas.microsoft.com/office/2006/metadata/properties" ma:root="true" ma:fieldsID="4afdcc27c1b24be09435685ea82d0c5c" ns1:_="" ns2:_="" ns3:_="">
    <xsd:import namespace="http://schemas.microsoft.com/sharepoint/v3"/>
    <xsd:import namespace="6f7e6f2d-fb72-4320-b062-8eff4550664a"/>
    <xsd:import namespace="76e62d15-af47-45fd-a7ff-c37c57f51f8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1:_ip_UnifiedCompliancePolicyProperties" minOccurs="0"/>
                <xsd:element ref="ns1:_ip_UnifiedCompliancePolicyUIActio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5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6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f7e6f2d-fb72-4320-b062-8eff4550664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cc874fec-6985-468d-9a86-0194f6fd86d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BillingMetadata" ma:index="21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6e62d15-af47-45fd-a7ff-c37c57f51f85" elementFormDefault="qualified">
    <xsd:import namespace="http://schemas.microsoft.com/office/2006/documentManagement/types"/>
    <xsd:import namespace="http://schemas.microsoft.com/office/infopath/2007/PartnerControls"/>
    <xsd:element name="TaxCatchAll" ma:index="19" nillable="true" ma:displayName="Taxonomy Catch All Column" ma:hidden="true" ma:list="{1f27f100-8656-4e0c-9c0a-007685460b59}" ma:internalName="TaxCatchAll" ma:showField="CatchAllData" ma:web="76e62d15-af47-45fd-a7ff-c37c57f51f8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693DE46-FAA2-4C83-B4EF-F70FA5139910}">
  <ds:schemaRefs>
    <ds:schemaRef ds:uri="http://schemas.microsoft.com/office/2006/metadata/properties"/>
    <ds:schemaRef ds:uri="http://schemas.microsoft.com/office/infopath/2007/PartnerControls"/>
    <ds:schemaRef ds:uri="e80aef93-fad0-4826-9141-28701a1a36a5"/>
    <ds:schemaRef ds:uri="082472dc-1f3e-4b1b-bbb6-b5b079a259b8"/>
  </ds:schemaRefs>
</ds:datastoreItem>
</file>

<file path=customXml/itemProps2.xml><?xml version="1.0" encoding="utf-8"?>
<ds:datastoreItem xmlns:ds="http://schemas.openxmlformats.org/officeDocument/2006/customXml" ds:itemID="{5A599C92-D551-47EC-BEE7-1961838D52CB}"/>
</file>

<file path=customXml/itemProps3.xml><?xml version="1.0" encoding="utf-8"?>
<ds:datastoreItem xmlns:ds="http://schemas.openxmlformats.org/officeDocument/2006/customXml" ds:itemID="{EDCE1F9A-976B-42C1-8C56-ED4799BC3526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3de9faa6-9fe1-49b3-9a08-227a296b54a6}" enabled="1" method="Privileged" siteId="{d5fe813e-0caa-432a-b2ac-d555aa91bd1c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1263</TotalTime>
  <Words>168</Words>
  <Application>Microsoft Office PowerPoint</Application>
  <PresentationFormat>Widescreen</PresentationFormat>
  <Paragraphs>71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Booz Allen Hamilton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 Rivero Aguilar, Luis [USA]</dc:creator>
  <cp:lastModifiedBy>Keene, April (MBO)</cp:lastModifiedBy>
  <cp:revision>6</cp:revision>
  <dcterms:created xsi:type="dcterms:W3CDTF">2024-08-29T14:34:35Z</dcterms:created>
  <dcterms:modified xsi:type="dcterms:W3CDTF">2024-09-05T16:08:19Z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0x01010053EF913E98EEA04B844F06B34CE4E1B0</vt:lpwstr>
  </property>
  <property fmtid="{D5CDD505-2E9C-101B-9397-08002B2CF9AE}" pid="3" name="MediaServiceImageTags">
    <vt:lpwstr/>
  </property>
</Properties>
</file>